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5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62"/>
  </p:notesMasterIdLst>
  <p:sldIdLst>
    <p:sldId id="256" r:id="rId2"/>
    <p:sldId id="268" r:id="rId3"/>
    <p:sldId id="494" r:id="rId4"/>
    <p:sldId id="498" r:id="rId5"/>
    <p:sldId id="389" r:id="rId6"/>
    <p:sldId id="499" r:id="rId7"/>
    <p:sldId id="554" r:id="rId8"/>
    <p:sldId id="553" r:id="rId9"/>
    <p:sldId id="562" r:id="rId10"/>
    <p:sldId id="470" r:id="rId11"/>
    <p:sldId id="563" r:id="rId12"/>
    <p:sldId id="564" r:id="rId13"/>
    <p:sldId id="597" r:id="rId14"/>
    <p:sldId id="598" r:id="rId15"/>
    <p:sldId id="599" r:id="rId16"/>
    <p:sldId id="600" r:id="rId17"/>
    <p:sldId id="601" r:id="rId18"/>
    <p:sldId id="602" r:id="rId19"/>
    <p:sldId id="565" r:id="rId20"/>
    <p:sldId id="603" r:id="rId21"/>
    <p:sldId id="604" r:id="rId22"/>
    <p:sldId id="605" r:id="rId23"/>
    <p:sldId id="606" r:id="rId24"/>
    <p:sldId id="607" r:id="rId25"/>
    <p:sldId id="608" r:id="rId26"/>
    <p:sldId id="609" r:id="rId27"/>
    <p:sldId id="610" r:id="rId28"/>
    <p:sldId id="566" r:id="rId29"/>
    <p:sldId id="611" r:id="rId30"/>
    <p:sldId id="612" r:id="rId31"/>
    <p:sldId id="613" r:id="rId32"/>
    <p:sldId id="614" r:id="rId33"/>
    <p:sldId id="567" r:id="rId34"/>
    <p:sldId id="568" r:id="rId35"/>
    <p:sldId id="569" r:id="rId36"/>
    <p:sldId id="570" r:id="rId37"/>
    <p:sldId id="571" r:id="rId38"/>
    <p:sldId id="572" r:id="rId39"/>
    <p:sldId id="573" r:id="rId40"/>
    <p:sldId id="576" r:id="rId41"/>
    <p:sldId id="579" r:id="rId42"/>
    <p:sldId id="580" r:id="rId43"/>
    <p:sldId id="581" r:id="rId44"/>
    <p:sldId id="582" r:id="rId45"/>
    <p:sldId id="583" r:id="rId46"/>
    <p:sldId id="584" r:id="rId47"/>
    <p:sldId id="585" r:id="rId48"/>
    <p:sldId id="587" r:id="rId49"/>
    <p:sldId id="588" r:id="rId50"/>
    <p:sldId id="589" r:id="rId51"/>
    <p:sldId id="590" r:id="rId52"/>
    <p:sldId id="591" r:id="rId53"/>
    <p:sldId id="592" r:id="rId54"/>
    <p:sldId id="577" r:id="rId55"/>
    <p:sldId id="578" r:id="rId56"/>
    <p:sldId id="593" r:id="rId57"/>
    <p:sldId id="594" r:id="rId58"/>
    <p:sldId id="595" r:id="rId59"/>
    <p:sldId id="596" r:id="rId60"/>
    <p:sldId id="335" r:id="rId61"/>
  </p:sldIdLst>
  <p:sldSz cx="9144000" cy="6858000" type="screen4x3"/>
  <p:notesSz cx="6669088" cy="992822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7" autoAdjust="0"/>
    <p:restoredTop sz="94660"/>
  </p:normalViewPr>
  <p:slideViewPr>
    <p:cSldViewPr>
      <p:cViewPr>
        <p:scale>
          <a:sx n="70" d="100"/>
          <a:sy n="70" d="100"/>
        </p:scale>
        <p:origin x="-2124" y="-4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D3C19C-0F43-409F-8645-370F74E5E55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54E8B46-BD26-4E37-9280-A9E54A3437FA}">
      <dgm:prSet phldrT="[Текст]" custT="1"/>
      <dgm:spPr/>
      <dgm:t>
        <a:bodyPr/>
        <a:lstStyle/>
        <a:p>
          <a:r>
            <a:rPr lang="ru-RU" sz="2400" b="1" dirty="0" smtClean="0"/>
            <a:t>Виды</a:t>
          </a:r>
          <a:endParaRPr lang="ru-RU" sz="2400" b="1" dirty="0"/>
        </a:p>
      </dgm:t>
    </dgm:pt>
    <dgm:pt modelId="{C1698A21-4A9B-4DA6-B51F-E1DA150BC6E8}" type="parTrans" cxnId="{FF794BC0-ED36-4223-A2DF-9A72B10E9FF8}">
      <dgm:prSet/>
      <dgm:spPr/>
      <dgm:t>
        <a:bodyPr/>
        <a:lstStyle/>
        <a:p>
          <a:endParaRPr lang="ru-RU"/>
        </a:p>
      </dgm:t>
    </dgm:pt>
    <dgm:pt modelId="{821F8DDB-F1DA-47BF-9640-4983C2970A1E}" type="sibTrans" cxnId="{FF794BC0-ED36-4223-A2DF-9A72B10E9FF8}">
      <dgm:prSet/>
      <dgm:spPr/>
      <dgm:t>
        <a:bodyPr/>
        <a:lstStyle/>
        <a:p>
          <a:endParaRPr lang="ru-RU"/>
        </a:p>
      </dgm:t>
    </dgm:pt>
    <dgm:pt modelId="{E245B937-5E02-42A9-917A-7A88881DD1BC}">
      <dgm:prSet/>
      <dgm:spPr/>
      <dgm:t>
        <a:bodyPr/>
        <a:lstStyle/>
        <a:p>
          <a:r>
            <a:rPr lang="ru-RU" i="1" dirty="0" smtClean="0"/>
            <a:t>Государственные должности РФ и ее субъектов</a:t>
          </a:r>
          <a:endParaRPr lang="ru-RU" dirty="0"/>
        </a:p>
      </dgm:t>
    </dgm:pt>
    <dgm:pt modelId="{6FE01ADA-69A4-432C-A4FB-CEE90D1C2BE9}" type="parTrans" cxnId="{D9DD5277-C110-49CC-AC51-2F84BAAF0519}">
      <dgm:prSet/>
      <dgm:spPr/>
      <dgm:t>
        <a:bodyPr/>
        <a:lstStyle/>
        <a:p>
          <a:endParaRPr lang="ru-RU"/>
        </a:p>
      </dgm:t>
    </dgm:pt>
    <dgm:pt modelId="{579C5A74-D6BE-4728-90C1-CCDA52A2E79F}" type="sibTrans" cxnId="{D9DD5277-C110-49CC-AC51-2F84BAAF0519}">
      <dgm:prSet/>
      <dgm:spPr/>
      <dgm:t>
        <a:bodyPr/>
        <a:lstStyle/>
        <a:p>
          <a:endParaRPr lang="ru-RU"/>
        </a:p>
      </dgm:t>
    </dgm:pt>
    <dgm:pt modelId="{EF03194D-DDBD-4BEB-9EA0-4EF770F5FCAE}">
      <dgm:prSet/>
      <dgm:spPr/>
      <dgm:t>
        <a:bodyPr/>
        <a:lstStyle/>
        <a:p>
          <a:r>
            <a:rPr lang="ru-RU" i="1" dirty="0" smtClean="0"/>
            <a:t>Государственные должности государственной службы</a:t>
          </a:r>
          <a:endParaRPr lang="ru-RU" dirty="0"/>
        </a:p>
      </dgm:t>
    </dgm:pt>
    <dgm:pt modelId="{18D4DE4F-E5CD-4240-9A0E-43A1C0F1410F}" type="parTrans" cxnId="{AD11473B-9924-43FA-8FD4-107D07FB9D25}">
      <dgm:prSet/>
      <dgm:spPr/>
      <dgm:t>
        <a:bodyPr/>
        <a:lstStyle/>
        <a:p>
          <a:endParaRPr lang="ru-RU"/>
        </a:p>
      </dgm:t>
    </dgm:pt>
    <dgm:pt modelId="{E7A0D780-D647-439E-9261-3C646DC73208}" type="sibTrans" cxnId="{AD11473B-9924-43FA-8FD4-107D07FB9D25}">
      <dgm:prSet/>
      <dgm:spPr/>
      <dgm:t>
        <a:bodyPr/>
        <a:lstStyle/>
        <a:p>
          <a:endParaRPr lang="ru-RU"/>
        </a:p>
      </dgm:t>
    </dgm:pt>
    <dgm:pt modelId="{F4F4395E-0A78-4A3A-840E-67B0F828D9AD}">
      <dgm:prSet/>
      <dgm:spPr/>
      <dgm:t>
        <a:bodyPr/>
        <a:lstStyle/>
        <a:p>
          <a:r>
            <a:rPr lang="ru-RU" i="1" dirty="0" err="1" smtClean="0"/>
            <a:t>Гос</a:t>
          </a:r>
          <a:r>
            <a:rPr lang="ru-RU" i="1" dirty="0" smtClean="0"/>
            <a:t>. должности  субъектов РФ </a:t>
          </a:r>
          <a:endParaRPr lang="ru-RU" dirty="0"/>
        </a:p>
      </dgm:t>
    </dgm:pt>
    <dgm:pt modelId="{79E4E7BA-E82C-40F4-9F77-58F75342EE4C}" type="parTrans" cxnId="{FDA4FEE6-080B-4348-85EC-862ECFE28BA3}">
      <dgm:prSet/>
      <dgm:spPr/>
      <dgm:t>
        <a:bodyPr/>
        <a:lstStyle/>
        <a:p>
          <a:endParaRPr lang="ru-RU"/>
        </a:p>
      </dgm:t>
    </dgm:pt>
    <dgm:pt modelId="{D8AF215F-4B24-49C5-9C0D-647561E6E9BB}" type="sibTrans" cxnId="{FDA4FEE6-080B-4348-85EC-862ECFE28BA3}">
      <dgm:prSet/>
      <dgm:spPr/>
      <dgm:t>
        <a:bodyPr/>
        <a:lstStyle/>
        <a:p>
          <a:endParaRPr lang="ru-RU"/>
        </a:p>
      </dgm:t>
    </dgm:pt>
    <dgm:pt modelId="{326B6DE4-91A9-4EA1-A07E-922DE7294A9B}">
      <dgm:prSet/>
      <dgm:spPr/>
      <dgm:t>
        <a:bodyPr/>
        <a:lstStyle/>
        <a:p>
          <a:r>
            <a:rPr lang="ru-RU" i="1" dirty="0" err="1" smtClean="0"/>
            <a:t>Гос</a:t>
          </a:r>
          <a:r>
            <a:rPr lang="ru-RU" i="1" dirty="0" smtClean="0"/>
            <a:t>. должности РФ </a:t>
          </a:r>
          <a:endParaRPr lang="ru-RU" dirty="0"/>
        </a:p>
      </dgm:t>
    </dgm:pt>
    <dgm:pt modelId="{6262CC9B-A60C-450A-8082-A648A29882E7}" type="parTrans" cxnId="{5301F6B8-EBCB-4C82-89A3-FBDF4CE5F75D}">
      <dgm:prSet/>
      <dgm:spPr/>
      <dgm:t>
        <a:bodyPr/>
        <a:lstStyle/>
        <a:p>
          <a:endParaRPr lang="ru-RU"/>
        </a:p>
      </dgm:t>
    </dgm:pt>
    <dgm:pt modelId="{D7388E66-18BD-42D1-8B26-09BB730FF845}" type="sibTrans" cxnId="{5301F6B8-EBCB-4C82-89A3-FBDF4CE5F75D}">
      <dgm:prSet/>
      <dgm:spPr/>
      <dgm:t>
        <a:bodyPr/>
        <a:lstStyle/>
        <a:p>
          <a:endParaRPr lang="ru-RU"/>
        </a:p>
      </dgm:t>
    </dgm:pt>
    <dgm:pt modelId="{0BF24BAE-4128-444A-8138-4E0AB7AE3D7F}">
      <dgm:prSet/>
      <dgm:spPr/>
      <dgm:t>
        <a:bodyPr/>
        <a:lstStyle/>
        <a:p>
          <a:r>
            <a:rPr lang="ru-RU" i="1" dirty="0" err="1" smtClean="0"/>
            <a:t>Гос</a:t>
          </a:r>
          <a:r>
            <a:rPr lang="ru-RU" i="1" dirty="0" smtClean="0"/>
            <a:t>. должности федеральной государственной службы </a:t>
          </a:r>
          <a:endParaRPr lang="ru-RU" dirty="0"/>
        </a:p>
      </dgm:t>
    </dgm:pt>
    <dgm:pt modelId="{2BC7A20B-CB83-4DDA-8CB7-67AE5C53A2AD}" type="parTrans" cxnId="{DA4C30C0-4F16-4B12-92C5-83FC33D75423}">
      <dgm:prSet/>
      <dgm:spPr/>
      <dgm:t>
        <a:bodyPr/>
        <a:lstStyle/>
        <a:p>
          <a:endParaRPr lang="ru-RU"/>
        </a:p>
      </dgm:t>
    </dgm:pt>
    <dgm:pt modelId="{73456095-C7B9-4F14-85AD-5681B3DC87F9}" type="sibTrans" cxnId="{DA4C30C0-4F16-4B12-92C5-83FC33D75423}">
      <dgm:prSet/>
      <dgm:spPr/>
      <dgm:t>
        <a:bodyPr/>
        <a:lstStyle/>
        <a:p>
          <a:endParaRPr lang="ru-RU"/>
        </a:p>
      </dgm:t>
    </dgm:pt>
    <dgm:pt modelId="{EC74274C-7303-4B28-956D-D07DA12B3900}">
      <dgm:prSet/>
      <dgm:spPr/>
      <dgm:t>
        <a:bodyPr/>
        <a:lstStyle/>
        <a:p>
          <a:r>
            <a:rPr lang="ru-RU" i="1" dirty="0" err="1" smtClean="0"/>
            <a:t>Гос</a:t>
          </a:r>
          <a:r>
            <a:rPr lang="ru-RU" i="1" dirty="0" smtClean="0"/>
            <a:t>. должности гражданской службы субъектов РФ</a:t>
          </a:r>
          <a:endParaRPr lang="ru-RU" dirty="0"/>
        </a:p>
      </dgm:t>
    </dgm:pt>
    <dgm:pt modelId="{3035F844-F828-4751-A06D-6B1EB7A2DB78}" type="parTrans" cxnId="{FB60AA40-8F8F-4182-B7AA-49B83FBA72CB}">
      <dgm:prSet/>
      <dgm:spPr/>
      <dgm:t>
        <a:bodyPr/>
        <a:lstStyle/>
        <a:p>
          <a:endParaRPr lang="ru-RU"/>
        </a:p>
      </dgm:t>
    </dgm:pt>
    <dgm:pt modelId="{254B2942-80B4-421E-901F-E4A43BF2D18A}" type="sibTrans" cxnId="{FB60AA40-8F8F-4182-B7AA-49B83FBA72CB}">
      <dgm:prSet/>
      <dgm:spPr/>
      <dgm:t>
        <a:bodyPr/>
        <a:lstStyle/>
        <a:p>
          <a:endParaRPr lang="ru-RU"/>
        </a:p>
      </dgm:t>
    </dgm:pt>
    <dgm:pt modelId="{3CDD2BA7-66B8-4F72-91A8-3C4F0EF9AD94}" type="pres">
      <dgm:prSet presAssocID="{87D3C19C-0F43-409F-8645-370F74E5E55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A92B2F6-AC7B-499B-BF7A-28C43576F22F}" type="pres">
      <dgm:prSet presAssocID="{754E8B46-BD26-4E37-9280-A9E54A3437FA}" presName="hierRoot1" presStyleCnt="0">
        <dgm:presLayoutVars>
          <dgm:hierBranch val="init"/>
        </dgm:presLayoutVars>
      </dgm:prSet>
      <dgm:spPr/>
    </dgm:pt>
    <dgm:pt modelId="{CC93B745-616F-469E-A6B9-D24B00C1C764}" type="pres">
      <dgm:prSet presAssocID="{754E8B46-BD26-4E37-9280-A9E54A3437FA}" presName="rootComposite1" presStyleCnt="0"/>
      <dgm:spPr/>
    </dgm:pt>
    <dgm:pt modelId="{35D91A6C-67CF-42D7-A122-55DA8403CF8B}" type="pres">
      <dgm:prSet presAssocID="{754E8B46-BD26-4E37-9280-A9E54A3437FA}" presName="rootText1" presStyleLbl="node0" presStyleIdx="0" presStyleCnt="1" custScaleX="18219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915721-1374-4D3D-8087-79787F696376}" type="pres">
      <dgm:prSet presAssocID="{754E8B46-BD26-4E37-9280-A9E54A3437FA}" presName="rootConnector1" presStyleLbl="node1" presStyleIdx="0" presStyleCnt="0"/>
      <dgm:spPr/>
      <dgm:t>
        <a:bodyPr/>
        <a:lstStyle/>
        <a:p>
          <a:endParaRPr lang="ru-RU"/>
        </a:p>
      </dgm:t>
    </dgm:pt>
    <dgm:pt modelId="{55E1D0DF-0280-4174-9E57-7F72305E9BEF}" type="pres">
      <dgm:prSet presAssocID="{754E8B46-BD26-4E37-9280-A9E54A3437FA}" presName="hierChild2" presStyleCnt="0"/>
      <dgm:spPr/>
    </dgm:pt>
    <dgm:pt modelId="{8728B65B-B492-4452-9789-4A4DF4B2D3B0}" type="pres">
      <dgm:prSet presAssocID="{6FE01ADA-69A4-432C-A4FB-CEE90D1C2BE9}" presName="Name37" presStyleLbl="parChTrans1D2" presStyleIdx="0" presStyleCnt="2"/>
      <dgm:spPr/>
      <dgm:t>
        <a:bodyPr/>
        <a:lstStyle/>
        <a:p>
          <a:endParaRPr lang="ru-RU"/>
        </a:p>
      </dgm:t>
    </dgm:pt>
    <dgm:pt modelId="{41D697F3-5512-48A9-AA12-4DE518965C44}" type="pres">
      <dgm:prSet presAssocID="{E245B937-5E02-42A9-917A-7A88881DD1BC}" presName="hierRoot2" presStyleCnt="0">
        <dgm:presLayoutVars>
          <dgm:hierBranch val="init"/>
        </dgm:presLayoutVars>
      </dgm:prSet>
      <dgm:spPr/>
    </dgm:pt>
    <dgm:pt modelId="{999EACC5-F522-4DB3-983E-D1F420F3E2D2}" type="pres">
      <dgm:prSet presAssocID="{E245B937-5E02-42A9-917A-7A88881DD1BC}" presName="rootComposite" presStyleCnt="0"/>
      <dgm:spPr/>
    </dgm:pt>
    <dgm:pt modelId="{5A354BC3-2304-4233-AA83-8A88CBE9FD51}" type="pres">
      <dgm:prSet presAssocID="{E245B937-5E02-42A9-917A-7A88881DD1BC}" presName="rootText" presStyleLbl="node2" presStyleIdx="0" presStyleCnt="2" custScaleX="16986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8854975-6BBB-4292-90A0-5A1F5F5D5C5B}" type="pres">
      <dgm:prSet presAssocID="{E245B937-5E02-42A9-917A-7A88881DD1BC}" presName="rootConnector" presStyleLbl="node2" presStyleIdx="0" presStyleCnt="2"/>
      <dgm:spPr/>
      <dgm:t>
        <a:bodyPr/>
        <a:lstStyle/>
        <a:p>
          <a:endParaRPr lang="ru-RU"/>
        </a:p>
      </dgm:t>
    </dgm:pt>
    <dgm:pt modelId="{51A3AF51-0742-4681-8A76-30135F1240D9}" type="pres">
      <dgm:prSet presAssocID="{E245B937-5E02-42A9-917A-7A88881DD1BC}" presName="hierChild4" presStyleCnt="0"/>
      <dgm:spPr/>
    </dgm:pt>
    <dgm:pt modelId="{862924E3-B4EF-4391-BBA5-DA85EF45ADE8}" type="pres">
      <dgm:prSet presAssocID="{6262CC9B-A60C-450A-8082-A648A29882E7}" presName="Name37" presStyleLbl="parChTrans1D3" presStyleIdx="0" presStyleCnt="4"/>
      <dgm:spPr/>
      <dgm:t>
        <a:bodyPr/>
        <a:lstStyle/>
        <a:p>
          <a:endParaRPr lang="ru-RU"/>
        </a:p>
      </dgm:t>
    </dgm:pt>
    <dgm:pt modelId="{4598B096-3011-427A-8B08-BF650AD6A9DB}" type="pres">
      <dgm:prSet presAssocID="{326B6DE4-91A9-4EA1-A07E-922DE7294A9B}" presName="hierRoot2" presStyleCnt="0">
        <dgm:presLayoutVars>
          <dgm:hierBranch val="init"/>
        </dgm:presLayoutVars>
      </dgm:prSet>
      <dgm:spPr/>
    </dgm:pt>
    <dgm:pt modelId="{057BC39F-3866-47A4-A395-C45669264702}" type="pres">
      <dgm:prSet presAssocID="{326B6DE4-91A9-4EA1-A07E-922DE7294A9B}" presName="rootComposite" presStyleCnt="0"/>
      <dgm:spPr/>
    </dgm:pt>
    <dgm:pt modelId="{97ECBA8F-5020-4789-BA85-02FEEF779340}" type="pres">
      <dgm:prSet presAssocID="{326B6DE4-91A9-4EA1-A07E-922DE7294A9B}" presName="rootText" presStyleLbl="node3" presStyleIdx="0" presStyleCnt="4" custScaleX="1221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7EEEEA4-6827-49BC-A2BE-713DB97BDC5E}" type="pres">
      <dgm:prSet presAssocID="{326B6DE4-91A9-4EA1-A07E-922DE7294A9B}" presName="rootConnector" presStyleLbl="node3" presStyleIdx="0" presStyleCnt="4"/>
      <dgm:spPr/>
      <dgm:t>
        <a:bodyPr/>
        <a:lstStyle/>
        <a:p>
          <a:endParaRPr lang="ru-RU"/>
        </a:p>
      </dgm:t>
    </dgm:pt>
    <dgm:pt modelId="{11529016-C239-460E-88C1-F7388B9A3747}" type="pres">
      <dgm:prSet presAssocID="{326B6DE4-91A9-4EA1-A07E-922DE7294A9B}" presName="hierChild4" presStyleCnt="0"/>
      <dgm:spPr/>
    </dgm:pt>
    <dgm:pt modelId="{91347191-D8AA-4751-B093-A6C92324A55A}" type="pres">
      <dgm:prSet presAssocID="{326B6DE4-91A9-4EA1-A07E-922DE7294A9B}" presName="hierChild5" presStyleCnt="0"/>
      <dgm:spPr/>
    </dgm:pt>
    <dgm:pt modelId="{9BABEB58-533E-4338-9B47-DFBDDBC5F484}" type="pres">
      <dgm:prSet presAssocID="{79E4E7BA-E82C-40F4-9F77-58F75342EE4C}" presName="Name37" presStyleLbl="parChTrans1D3" presStyleIdx="1" presStyleCnt="4"/>
      <dgm:spPr/>
      <dgm:t>
        <a:bodyPr/>
        <a:lstStyle/>
        <a:p>
          <a:endParaRPr lang="ru-RU"/>
        </a:p>
      </dgm:t>
    </dgm:pt>
    <dgm:pt modelId="{D6D92A9A-9FB6-4C2D-8326-A7EA51816811}" type="pres">
      <dgm:prSet presAssocID="{F4F4395E-0A78-4A3A-840E-67B0F828D9AD}" presName="hierRoot2" presStyleCnt="0">
        <dgm:presLayoutVars>
          <dgm:hierBranch val="init"/>
        </dgm:presLayoutVars>
      </dgm:prSet>
      <dgm:spPr/>
    </dgm:pt>
    <dgm:pt modelId="{195758EF-BE50-4E95-90D8-F88D74417048}" type="pres">
      <dgm:prSet presAssocID="{F4F4395E-0A78-4A3A-840E-67B0F828D9AD}" presName="rootComposite" presStyleCnt="0"/>
      <dgm:spPr/>
    </dgm:pt>
    <dgm:pt modelId="{B073D294-1DE2-4603-965F-273616985C6B}" type="pres">
      <dgm:prSet presAssocID="{F4F4395E-0A78-4A3A-840E-67B0F828D9AD}" presName="rootText" presStyleLbl="node3" presStyleIdx="1" presStyleCnt="4" custScaleX="12216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B7264DC-F36E-4418-98FF-000FEC5E2B2D}" type="pres">
      <dgm:prSet presAssocID="{F4F4395E-0A78-4A3A-840E-67B0F828D9AD}" presName="rootConnector" presStyleLbl="node3" presStyleIdx="1" presStyleCnt="4"/>
      <dgm:spPr/>
      <dgm:t>
        <a:bodyPr/>
        <a:lstStyle/>
        <a:p>
          <a:endParaRPr lang="ru-RU"/>
        </a:p>
      </dgm:t>
    </dgm:pt>
    <dgm:pt modelId="{9C9C2B47-92C1-4C5A-A02A-1A67782AFA58}" type="pres">
      <dgm:prSet presAssocID="{F4F4395E-0A78-4A3A-840E-67B0F828D9AD}" presName="hierChild4" presStyleCnt="0"/>
      <dgm:spPr/>
    </dgm:pt>
    <dgm:pt modelId="{F100A6FB-BCD3-4017-A38E-9724806BD77A}" type="pres">
      <dgm:prSet presAssocID="{F4F4395E-0A78-4A3A-840E-67B0F828D9AD}" presName="hierChild5" presStyleCnt="0"/>
      <dgm:spPr/>
    </dgm:pt>
    <dgm:pt modelId="{46E5B21C-6367-4FA4-9BE3-7333AB55FE0D}" type="pres">
      <dgm:prSet presAssocID="{E245B937-5E02-42A9-917A-7A88881DD1BC}" presName="hierChild5" presStyleCnt="0"/>
      <dgm:spPr/>
    </dgm:pt>
    <dgm:pt modelId="{AEC2399E-75FE-4506-9846-6F611374FFD6}" type="pres">
      <dgm:prSet presAssocID="{18D4DE4F-E5CD-4240-9A0E-43A1C0F1410F}" presName="Name37" presStyleLbl="parChTrans1D2" presStyleIdx="1" presStyleCnt="2"/>
      <dgm:spPr/>
      <dgm:t>
        <a:bodyPr/>
        <a:lstStyle/>
        <a:p>
          <a:endParaRPr lang="ru-RU"/>
        </a:p>
      </dgm:t>
    </dgm:pt>
    <dgm:pt modelId="{2A96CC6A-01D5-4BF0-B899-5E830A564F19}" type="pres">
      <dgm:prSet presAssocID="{EF03194D-DDBD-4BEB-9EA0-4EF770F5FCAE}" presName="hierRoot2" presStyleCnt="0">
        <dgm:presLayoutVars>
          <dgm:hierBranch val="init"/>
        </dgm:presLayoutVars>
      </dgm:prSet>
      <dgm:spPr/>
    </dgm:pt>
    <dgm:pt modelId="{2E0298E8-394F-4686-85DB-6A4D9FC4A637}" type="pres">
      <dgm:prSet presAssocID="{EF03194D-DDBD-4BEB-9EA0-4EF770F5FCAE}" presName="rootComposite" presStyleCnt="0"/>
      <dgm:spPr/>
    </dgm:pt>
    <dgm:pt modelId="{ABF1192B-96EE-4CCE-8B77-68372973C3D0}" type="pres">
      <dgm:prSet presAssocID="{EF03194D-DDBD-4BEB-9EA0-4EF770F5FCAE}" presName="rootText" presStyleLbl="node2" presStyleIdx="1" presStyleCnt="2" custScaleX="16803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B8100D5-CD24-411F-9A58-5E038D35B33E}" type="pres">
      <dgm:prSet presAssocID="{EF03194D-DDBD-4BEB-9EA0-4EF770F5FCAE}" presName="rootConnector" presStyleLbl="node2" presStyleIdx="1" presStyleCnt="2"/>
      <dgm:spPr/>
      <dgm:t>
        <a:bodyPr/>
        <a:lstStyle/>
        <a:p>
          <a:endParaRPr lang="ru-RU"/>
        </a:p>
      </dgm:t>
    </dgm:pt>
    <dgm:pt modelId="{5825CC62-2804-4975-95C2-B327374C5AEF}" type="pres">
      <dgm:prSet presAssocID="{EF03194D-DDBD-4BEB-9EA0-4EF770F5FCAE}" presName="hierChild4" presStyleCnt="0"/>
      <dgm:spPr/>
    </dgm:pt>
    <dgm:pt modelId="{9CEC9B0C-681D-4FEA-BB7D-702673A6C5E5}" type="pres">
      <dgm:prSet presAssocID="{2BC7A20B-CB83-4DDA-8CB7-67AE5C53A2AD}" presName="Name37" presStyleLbl="parChTrans1D3" presStyleIdx="2" presStyleCnt="4"/>
      <dgm:spPr/>
      <dgm:t>
        <a:bodyPr/>
        <a:lstStyle/>
        <a:p>
          <a:endParaRPr lang="ru-RU"/>
        </a:p>
      </dgm:t>
    </dgm:pt>
    <dgm:pt modelId="{00A08D77-ADDC-421D-9FAA-E6C8001898B0}" type="pres">
      <dgm:prSet presAssocID="{0BF24BAE-4128-444A-8138-4E0AB7AE3D7F}" presName="hierRoot2" presStyleCnt="0">
        <dgm:presLayoutVars>
          <dgm:hierBranch val="init"/>
        </dgm:presLayoutVars>
      </dgm:prSet>
      <dgm:spPr/>
    </dgm:pt>
    <dgm:pt modelId="{53E7EB29-CE79-4F61-A901-CAF26C102A26}" type="pres">
      <dgm:prSet presAssocID="{0BF24BAE-4128-444A-8138-4E0AB7AE3D7F}" presName="rootComposite" presStyleCnt="0"/>
      <dgm:spPr/>
    </dgm:pt>
    <dgm:pt modelId="{DED4F545-FB02-49E5-A805-7E881BAA4C11}" type="pres">
      <dgm:prSet presAssocID="{0BF24BAE-4128-444A-8138-4E0AB7AE3D7F}" presName="rootText" presStyleLbl="node3" presStyleIdx="2" presStyleCnt="4" custScaleX="13187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08DCF29-AB90-4CC7-B280-91AEB6E7751A}" type="pres">
      <dgm:prSet presAssocID="{0BF24BAE-4128-444A-8138-4E0AB7AE3D7F}" presName="rootConnector" presStyleLbl="node3" presStyleIdx="2" presStyleCnt="4"/>
      <dgm:spPr/>
      <dgm:t>
        <a:bodyPr/>
        <a:lstStyle/>
        <a:p>
          <a:endParaRPr lang="ru-RU"/>
        </a:p>
      </dgm:t>
    </dgm:pt>
    <dgm:pt modelId="{D0839286-99EE-4030-BA88-3F90E75E597C}" type="pres">
      <dgm:prSet presAssocID="{0BF24BAE-4128-444A-8138-4E0AB7AE3D7F}" presName="hierChild4" presStyleCnt="0"/>
      <dgm:spPr/>
    </dgm:pt>
    <dgm:pt modelId="{8C82470A-8055-4FF4-9307-BC889B2844B6}" type="pres">
      <dgm:prSet presAssocID="{0BF24BAE-4128-444A-8138-4E0AB7AE3D7F}" presName="hierChild5" presStyleCnt="0"/>
      <dgm:spPr/>
    </dgm:pt>
    <dgm:pt modelId="{185581B3-E666-4F17-A6A0-8C3A5F03AA13}" type="pres">
      <dgm:prSet presAssocID="{3035F844-F828-4751-A06D-6B1EB7A2DB78}" presName="Name37" presStyleLbl="parChTrans1D3" presStyleIdx="3" presStyleCnt="4"/>
      <dgm:spPr/>
      <dgm:t>
        <a:bodyPr/>
        <a:lstStyle/>
        <a:p>
          <a:endParaRPr lang="ru-RU"/>
        </a:p>
      </dgm:t>
    </dgm:pt>
    <dgm:pt modelId="{FAE5B9C8-5280-45DA-8C05-664BD547DA16}" type="pres">
      <dgm:prSet presAssocID="{EC74274C-7303-4B28-956D-D07DA12B3900}" presName="hierRoot2" presStyleCnt="0">
        <dgm:presLayoutVars>
          <dgm:hierBranch val="init"/>
        </dgm:presLayoutVars>
      </dgm:prSet>
      <dgm:spPr/>
    </dgm:pt>
    <dgm:pt modelId="{7D23CD95-5AE3-4D16-ABBD-042F1814294E}" type="pres">
      <dgm:prSet presAssocID="{EC74274C-7303-4B28-956D-D07DA12B3900}" presName="rootComposite" presStyleCnt="0"/>
      <dgm:spPr/>
    </dgm:pt>
    <dgm:pt modelId="{D2B7FF81-3E6D-42AA-BFB4-22615A05A692}" type="pres">
      <dgm:prSet presAssocID="{EC74274C-7303-4B28-956D-D07DA12B3900}" presName="rootText" presStyleLbl="node3" presStyleIdx="3" presStyleCnt="4" custScaleX="12976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91AC9C5-244B-4234-9460-38BDCE20B03C}" type="pres">
      <dgm:prSet presAssocID="{EC74274C-7303-4B28-956D-D07DA12B3900}" presName="rootConnector" presStyleLbl="node3" presStyleIdx="3" presStyleCnt="4"/>
      <dgm:spPr/>
      <dgm:t>
        <a:bodyPr/>
        <a:lstStyle/>
        <a:p>
          <a:endParaRPr lang="ru-RU"/>
        </a:p>
      </dgm:t>
    </dgm:pt>
    <dgm:pt modelId="{392FBA6A-0760-4BE7-848C-5B1A701D542E}" type="pres">
      <dgm:prSet presAssocID="{EC74274C-7303-4B28-956D-D07DA12B3900}" presName="hierChild4" presStyleCnt="0"/>
      <dgm:spPr/>
    </dgm:pt>
    <dgm:pt modelId="{F5CF118F-914D-4CE2-9E0A-BB127697067A}" type="pres">
      <dgm:prSet presAssocID="{EC74274C-7303-4B28-956D-D07DA12B3900}" presName="hierChild5" presStyleCnt="0"/>
      <dgm:spPr/>
    </dgm:pt>
    <dgm:pt modelId="{7C45D94A-B61B-47BC-B74F-52641BE42B67}" type="pres">
      <dgm:prSet presAssocID="{EF03194D-DDBD-4BEB-9EA0-4EF770F5FCAE}" presName="hierChild5" presStyleCnt="0"/>
      <dgm:spPr/>
    </dgm:pt>
    <dgm:pt modelId="{20E6E159-13CA-4EDA-BB60-842ABB14DE05}" type="pres">
      <dgm:prSet presAssocID="{754E8B46-BD26-4E37-9280-A9E54A3437FA}" presName="hierChild3" presStyleCnt="0"/>
      <dgm:spPr/>
    </dgm:pt>
  </dgm:ptLst>
  <dgm:cxnLst>
    <dgm:cxn modelId="{1BB0D203-1B40-4775-892F-32E81CF2235F}" type="presOf" srcId="{18D4DE4F-E5CD-4240-9A0E-43A1C0F1410F}" destId="{AEC2399E-75FE-4506-9846-6F611374FFD6}" srcOrd="0" destOrd="0" presId="urn:microsoft.com/office/officeart/2005/8/layout/orgChart1"/>
    <dgm:cxn modelId="{8CF26A95-37DA-4F62-A651-33463D922287}" type="presOf" srcId="{2BC7A20B-CB83-4DDA-8CB7-67AE5C53A2AD}" destId="{9CEC9B0C-681D-4FEA-BB7D-702673A6C5E5}" srcOrd="0" destOrd="0" presId="urn:microsoft.com/office/officeart/2005/8/layout/orgChart1"/>
    <dgm:cxn modelId="{FB60AA40-8F8F-4182-B7AA-49B83FBA72CB}" srcId="{EF03194D-DDBD-4BEB-9EA0-4EF770F5FCAE}" destId="{EC74274C-7303-4B28-956D-D07DA12B3900}" srcOrd="1" destOrd="0" parTransId="{3035F844-F828-4751-A06D-6B1EB7A2DB78}" sibTransId="{254B2942-80B4-421E-901F-E4A43BF2D18A}"/>
    <dgm:cxn modelId="{DA4C30C0-4F16-4B12-92C5-83FC33D75423}" srcId="{EF03194D-DDBD-4BEB-9EA0-4EF770F5FCAE}" destId="{0BF24BAE-4128-444A-8138-4E0AB7AE3D7F}" srcOrd="0" destOrd="0" parTransId="{2BC7A20B-CB83-4DDA-8CB7-67AE5C53A2AD}" sibTransId="{73456095-C7B9-4F14-85AD-5681B3DC87F9}"/>
    <dgm:cxn modelId="{85BA8641-73BF-413C-967C-EDAD4961F6C9}" type="presOf" srcId="{326B6DE4-91A9-4EA1-A07E-922DE7294A9B}" destId="{B7EEEEA4-6827-49BC-A2BE-713DB97BDC5E}" srcOrd="1" destOrd="0" presId="urn:microsoft.com/office/officeart/2005/8/layout/orgChart1"/>
    <dgm:cxn modelId="{2C6CC9C4-C5B1-4AC7-BD02-301E701B3B0F}" type="presOf" srcId="{754E8B46-BD26-4E37-9280-A9E54A3437FA}" destId="{35D91A6C-67CF-42D7-A122-55DA8403CF8B}" srcOrd="0" destOrd="0" presId="urn:microsoft.com/office/officeart/2005/8/layout/orgChart1"/>
    <dgm:cxn modelId="{63CB15C3-EC2C-4B70-A4E2-CC46CB1558C3}" type="presOf" srcId="{0BF24BAE-4128-444A-8138-4E0AB7AE3D7F}" destId="{F08DCF29-AB90-4CC7-B280-91AEB6E7751A}" srcOrd="1" destOrd="0" presId="urn:microsoft.com/office/officeart/2005/8/layout/orgChart1"/>
    <dgm:cxn modelId="{9772B70E-DC62-446D-B48B-18922CA3FFC5}" type="presOf" srcId="{E245B937-5E02-42A9-917A-7A88881DD1BC}" destId="{08854975-6BBB-4292-90A0-5A1F5F5D5C5B}" srcOrd="1" destOrd="0" presId="urn:microsoft.com/office/officeart/2005/8/layout/orgChart1"/>
    <dgm:cxn modelId="{59532785-138A-41C5-A6EE-FAFA610BC15D}" type="presOf" srcId="{87D3C19C-0F43-409F-8645-370F74E5E55E}" destId="{3CDD2BA7-66B8-4F72-91A8-3C4F0EF9AD94}" srcOrd="0" destOrd="0" presId="urn:microsoft.com/office/officeart/2005/8/layout/orgChart1"/>
    <dgm:cxn modelId="{CFED1713-3C6F-4B6F-8B3F-5740E912D90B}" type="presOf" srcId="{6FE01ADA-69A4-432C-A4FB-CEE90D1C2BE9}" destId="{8728B65B-B492-4452-9789-4A4DF4B2D3B0}" srcOrd="0" destOrd="0" presId="urn:microsoft.com/office/officeart/2005/8/layout/orgChart1"/>
    <dgm:cxn modelId="{1C99F5A3-FD96-4FCB-A8A1-46EEFDE5B61D}" type="presOf" srcId="{79E4E7BA-E82C-40F4-9F77-58F75342EE4C}" destId="{9BABEB58-533E-4338-9B47-DFBDDBC5F484}" srcOrd="0" destOrd="0" presId="urn:microsoft.com/office/officeart/2005/8/layout/orgChart1"/>
    <dgm:cxn modelId="{C462B8E3-C80E-465B-A0FB-037CB4DCDAB7}" type="presOf" srcId="{F4F4395E-0A78-4A3A-840E-67B0F828D9AD}" destId="{B073D294-1DE2-4603-965F-273616985C6B}" srcOrd="0" destOrd="0" presId="urn:microsoft.com/office/officeart/2005/8/layout/orgChart1"/>
    <dgm:cxn modelId="{FDA4FEE6-080B-4348-85EC-862ECFE28BA3}" srcId="{E245B937-5E02-42A9-917A-7A88881DD1BC}" destId="{F4F4395E-0A78-4A3A-840E-67B0F828D9AD}" srcOrd="1" destOrd="0" parTransId="{79E4E7BA-E82C-40F4-9F77-58F75342EE4C}" sibTransId="{D8AF215F-4B24-49C5-9C0D-647561E6E9BB}"/>
    <dgm:cxn modelId="{11D00895-7386-4D8A-BA20-D25749073ED6}" type="presOf" srcId="{F4F4395E-0A78-4A3A-840E-67B0F828D9AD}" destId="{0B7264DC-F36E-4418-98FF-000FEC5E2B2D}" srcOrd="1" destOrd="0" presId="urn:microsoft.com/office/officeart/2005/8/layout/orgChart1"/>
    <dgm:cxn modelId="{180D87A3-28C1-4BEC-B243-322061B71857}" type="presOf" srcId="{0BF24BAE-4128-444A-8138-4E0AB7AE3D7F}" destId="{DED4F545-FB02-49E5-A805-7E881BAA4C11}" srcOrd="0" destOrd="0" presId="urn:microsoft.com/office/officeart/2005/8/layout/orgChart1"/>
    <dgm:cxn modelId="{0AF821E3-32C5-4BA8-A1D2-419CA9461929}" type="presOf" srcId="{E245B937-5E02-42A9-917A-7A88881DD1BC}" destId="{5A354BC3-2304-4233-AA83-8A88CBE9FD51}" srcOrd="0" destOrd="0" presId="urn:microsoft.com/office/officeart/2005/8/layout/orgChart1"/>
    <dgm:cxn modelId="{890B01B3-B2C9-42E2-9E81-B82FE17A4916}" type="presOf" srcId="{3035F844-F828-4751-A06D-6B1EB7A2DB78}" destId="{185581B3-E666-4F17-A6A0-8C3A5F03AA13}" srcOrd="0" destOrd="0" presId="urn:microsoft.com/office/officeart/2005/8/layout/orgChart1"/>
    <dgm:cxn modelId="{415D280F-50AE-4A69-9B64-25128DF8B53B}" type="presOf" srcId="{754E8B46-BD26-4E37-9280-A9E54A3437FA}" destId="{03915721-1374-4D3D-8087-79787F696376}" srcOrd="1" destOrd="0" presId="urn:microsoft.com/office/officeart/2005/8/layout/orgChart1"/>
    <dgm:cxn modelId="{24DE169C-E0BC-48B5-B53B-12C2B210FCF8}" type="presOf" srcId="{EC74274C-7303-4B28-956D-D07DA12B3900}" destId="{D2B7FF81-3E6D-42AA-BFB4-22615A05A692}" srcOrd="0" destOrd="0" presId="urn:microsoft.com/office/officeart/2005/8/layout/orgChart1"/>
    <dgm:cxn modelId="{48786B5E-21CB-476F-ADF4-3B0A3BB46100}" type="presOf" srcId="{EF03194D-DDBD-4BEB-9EA0-4EF770F5FCAE}" destId="{5B8100D5-CD24-411F-9A58-5E038D35B33E}" srcOrd="1" destOrd="0" presId="urn:microsoft.com/office/officeart/2005/8/layout/orgChart1"/>
    <dgm:cxn modelId="{AD11473B-9924-43FA-8FD4-107D07FB9D25}" srcId="{754E8B46-BD26-4E37-9280-A9E54A3437FA}" destId="{EF03194D-DDBD-4BEB-9EA0-4EF770F5FCAE}" srcOrd="1" destOrd="0" parTransId="{18D4DE4F-E5CD-4240-9A0E-43A1C0F1410F}" sibTransId="{E7A0D780-D647-439E-9261-3C646DC73208}"/>
    <dgm:cxn modelId="{46BD0586-B7BA-442F-B68A-A9E21F05B321}" type="presOf" srcId="{EF03194D-DDBD-4BEB-9EA0-4EF770F5FCAE}" destId="{ABF1192B-96EE-4CCE-8B77-68372973C3D0}" srcOrd="0" destOrd="0" presId="urn:microsoft.com/office/officeart/2005/8/layout/orgChart1"/>
    <dgm:cxn modelId="{D7CA5FD6-F04B-40BA-BB5C-E7C6441488F1}" type="presOf" srcId="{326B6DE4-91A9-4EA1-A07E-922DE7294A9B}" destId="{97ECBA8F-5020-4789-BA85-02FEEF779340}" srcOrd="0" destOrd="0" presId="urn:microsoft.com/office/officeart/2005/8/layout/orgChart1"/>
    <dgm:cxn modelId="{6E860325-A720-4A62-9AAA-FB54878E310C}" type="presOf" srcId="{EC74274C-7303-4B28-956D-D07DA12B3900}" destId="{C91AC9C5-244B-4234-9460-38BDCE20B03C}" srcOrd="1" destOrd="0" presId="urn:microsoft.com/office/officeart/2005/8/layout/orgChart1"/>
    <dgm:cxn modelId="{FF794BC0-ED36-4223-A2DF-9A72B10E9FF8}" srcId="{87D3C19C-0F43-409F-8645-370F74E5E55E}" destId="{754E8B46-BD26-4E37-9280-A9E54A3437FA}" srcOrd="0" destOrd="0" parTransId="{C1698A21-4A9B-4DA6-B51F-E1DA150BC6E8}" sibTransId="{821F8DDB-F1DA-47BF-9640-4983C2970A1E}"/>
    <dgm:cxn modelId="{5301F6B8-EBCB-4C82-89A3-FBDF4CE5F75D}" srcId="{E245B937-5E02-42A9-917A-7A88881DD1BC}" destId="{326B6DE4-91A9-4EA1-A07E-922DE7294A9B}" srcOrd="0" destOrd="0" parTransId="{6262CC9B-A60C-450A-8082-A648A29882E7}" sibTransId="{D7388E66-18BD-42D1-8B26-09BB730FF845}"/>
    <dgm:cxn modelId="{D9DD5277-C110-49CC-AC51-2F84BAAF0519}" srcId="{754E8B46-BD26-4E37-9280-A9E54A3437FA}" destId="{E245B937-5E02-42A9-917A-7A88881DD1BC}" srcOrd="0" destOrd="0" parTransId="{6FE01ADA-69A4-432C-A4FB-CEE90D1C2BE9}" sibTransId="{579C5A74-D6BE-4728-90C1-CCDA52A2E79F}"/>
    <dgm:cxn modelId="{4ADBA73C-C9C6-445E-9940-4CBCB33A9EF3}" type="presOf" srcId="{6262CC9B-A60C-450A-8082-A648A29882E7}" destId="{862924E3-B4EF-4391-BBA5-DA85EF45ADE8}" srcOrd="0" destOrd="0" presId="urn:microsoft.com/office/officeart/2005/8/layout/orgChart1"/>
    <dgm:cxn modelId="{A38112B4-CE00-4513-A5C0-504FB6C45C67}" type="presParOf" srcId="{3CDD2BA7-66B8-4F72-91A8-3C4F0EF9AD94}" destId="{FA92B2F6-AC7B-499B-BF7A-28C43576F22F}" srcOrd="0" destOrd="0" presId="urn:microsoft.com/office/officeart/2005/8/layout/orgChart1"/>
    <dgm:cxn modelId="{5B08A636-8020-465C-A499-6C2BC9036B6A}" type="presParOf" srcId="{FA92B2F6-AC7B-499B-BF7A-28C43576F22F}" destId="{CC93B745-616F-469E-A6B9-D24B00C1C764}" srcOrd="0" destOrd="0" presId="urn:microsoft.com/office/officeart/2005/8/layout/orgChart1"/>
    <dgm:cxn modelId="{71F9B965-99F8-4301-825C-AC7FD5989780}" type="presParOf" srcId="{CC93B745-616F-469E-A6B9-D24B00C1C764}" destId="{35D91A6C-67CF-42D7-A122-55DA8403CF8B}" srcOrd="0" destOrd="0" presId="urn:microsoft.com/office/officeart/2005/8/layout/orgChart1"/>
    <dgm:cxn modelId="{65D86EB3-EB95-4860-B072-F4176823FDF5}" type="presParOf" srcId="{CC93B745-616F-469E-A6B9-D24B00C1C764}" destId="{03915721-1374-4D3D-8087-79787F696376}" srcOrd="1" destOrd="0" presId="urn:microsoft.com/office/officeart/2005/8/layout/orgChart1"/>
    <dgm:cxn modelId="{9C3245A1-1B34-41FD-84CB-48085BEF5C59}" type="presParOf" srcId="{FA92B2F6-AC7B-499B-BF7A-28C43576F22F}" destId="{55E1D0DF-0280-4174-9E57-7F72305E9BEF}" srcOrd="1" destOrd="0" presId="urn:microsoft.com/office/officeart/2005/8/layout/orgChart1"/>
    <dgm:cxn modelId="{5C1FCA32-7CF1-42D0-9EA3-DDB7FFEA65E0}" type="presParOf" srcId="{55E1D0DF-0280-4174-9E57-7F72305E9BEF}" destId="{8728B65B-B492-4452-9789-4A4DF4B2D3B0}" srcOrd="0" destOrd="0" presId="urn:microsoft.com/office/officeart/2005/8/layout/orgChart1"/>
    <dgm:cxn modelId="{3CD5A620-AEC1-4A7B-AE54-78F2E3C4367E}" type="presParOf" srcId="{55E1D0DF-0280-4174-9E57-7F72305E9BEF}" destId="{41D697F3-5512-48A9-AA12-4DE518965C44}" srcOrd="1" destOrd="0" presId="urn:microsoft.com/office/officeart/2005/8/layout/orgChart1"/>
    <dgm:cxn modelId="{C9137BAA-448E-4C2F-9A25-5633D3C40A56}" type="presParOf" srcId="{41D697F3-5512-48A9-AA12-4DE518965C44}" destId="{999EACC5-F522-4DB3-983E-D1F420F3E2D2}" srcOrd="0" destOrd="0" presId="urn:microsoft.com/office/officeart/2005/8/layout/orgChart1"/>
    <dgm:cxn modelId="{A606DF37-6283-45BD-80D5-FED3C5E8C0F0}" type="presParOf" srcId="{999EACC5-F522-4DB3-983E-D1F420F3E2D2}" destId="{5A354BC3-2304-4233-AA83-8A88CBE9FD51}" srcOrd="0" destOrd="0" presId="urn:microsoft.com/office/officeart/2005/8/layout/orgChart1"/>
    <dgm:cxn modelId="{D0DB52D5-D407-49A0-AAEC-8C002D8081A8}" type="presParOf" srcId="{999EACC5-F522-4DB3-983E-D1F420F3E2D2}" destId="{08854975-6BBB-4292-90A0-5A1F5F5D5C5B}" srcOrd="1" destOrd="0" presId="urn:microsoft.com/office/officeart/2005/8/layout/orgChart1"/>
    <dgm:cxn modelId="{E9CAEB0F-6BA2-4751-B6A2-E48BD3E0F67E}" type="presParOf" srcId="{41D697F3-5512-48A9-AA12-4DE518965C44}" destId="{51A3AF51-0742-4681-8A76-30135F1240D9}" srcOrd="1" destOrd="0" presId="urn:microsoft.com/office/officeart/2005/8/layout/orgChart1"/>
    <dgm:cxn modelId="{3F5F42CD-4520-4B21-B1F4-8491968B9646}" type="presParOf" srcId="{51A3AF51-0742-4681-8A76-30135F1240D9}" destId="{862924E3-B4EF-4391-BBA5-DA85EF45ADE8}" srcOrd="0" destOrd="0" presId="urn:microsoft.com/office/officeart/2005/8/layout/orgChart1"/>
    <dgm:cxn modelId="{76B7F87E-C3A9-42D9-946B-09ADFE758467}" type="presParOf" srcId="{51A3AF51-0742-4681-8A76-30135F1240D9}" destId="{4598B096-3011-427A-8B08-BF650AD6A9DB}" srcOrd="1" destOrd="0" presId="urn:microsoft.com/office/officeart/2005/8/layout/orgChart1"/>
    <dgm:cxn modelId="{4D55C172-2E59-4C67-9C40-60DDCB6E884B}" type="presParOf" srcId="{4598B096-3011-427A-8B08-BF650AD6A9DB}" destId="{057BC39F-3866-47A4-A395-C45669264702}" srcOrd="0" destOrd="0" presId="urn:microsoft.com/office/officeart/2005/8/layout/orgChart1"/>
    <dgm:cxn modelId="{773F3E4E-9D18-4D6F-B8D5-89B34D1B7F19}" type="presParOf" srcId="{057BC39F-3866-47A4-A395-C45669264702}" destId="{97ECBA8F-5020-4789-BA85-02FEEF779340}" srcOrd="0" destOrd="0" presId="urn:microsoft.com/office/officeart/2005/8/layout/orgChart1"/>
    <dgm:cxn modelId="{5AD4D4F6-8A0B-4F08-B26C-3397EC5D2004}" type="presParOf" srcId="{057BC39F-3866-47A4-A395-C45669264702}" destId="{B7EEEEA4-6827-49BC-A2BE-713DB97BDC5E}" srcOrd="1" destOrd="0" presId="urn:microsoft.com/office/officeart/2005/8/layout/orgChart1"/>
    <dgm:cxn modelId="{E4E41881-09A9-4ECF-BA36-567E62C177BA}" type="presParOf" srcId="{4598B096-3011-427A-8B08-BF650AD6A9DB}" destId="{11529016-C239-460E-88C1-F7388B9A3747}" srcOrd="1" destOrd="0" presId="urn:microsoft.com/office/officeart/2005/8/layout/orgChart1"/>
    <dgm:cxn modelId="{147DCE8F-07FB-40C5-8B41-1853CDF934C9}" type="presParOf" srcId="{4598B096-3011-427A-8B08-BF650AD6A9DB}" destId="{91347191-D8AA-4751-B093-A6C92324A55A}" srcOrd="2" destOrd="0" presId="urn:microsoft.com/office/officeart/2005/8/layout/orgChart1"/>
    <dgm:cxn modelId="{C24F2F6E-6AAD-450D-959D-9AADAEA5C979}" type="presParOf" srcId="{51A3AF51-0742-4681-8A76-30135F1240D9}" destId="{9BABEB58-533E-4338-9B47-DFBDDBC5F484}" srcOrd="2" destOrd="0" presId="urn:microsoft.com/office/officeart/2005/8/layout/orgChart1"/>
    <dgm:cxn modelId="{BB0807B6-8A10-4CCB-9039-9CBEFA280639}" type="presParOf" srcId="{51A3AF51-0742-4681-8A76-30135F1240D9}" destId="{D6D92A9A-9FB6-4C2D-8326-A7EA51816811}" srcOrd="3" destOrd="0" presId="urn:microsoft.com/office/officeart/2005/8/layout/orgChart1"/>
    <dgm:cxn modelId="{20B8C841-5F29-4051-A71F-36DAC159D26F}" type="presParOf" srcId="{D6D92A9A-9FB6-4C2D-8326-A7EA51816811}" destId="{195758EF-BE50-4E95-90D8-F88D74417048}" srcOrd="0" destOrd="0" presId="urn:microsoft.com/office/officeart/2005/8/layout/orgChart1"/>
    <dgm:cxn modelId="{0F0C0ECD-8EC7-4130-8E8B-7C80258BCDF5}" type="presParOf" srcId="{195758EF-BE50-4E95-90D8-F88D74417048}" destId="{B073D294-1DE2-4603-965F-273616985C6B}" srcOrd="0" destOrd="0" presId="urn:microsoft.com/office/officeart/2005/8/layout/orgChart1"/>
    <dgm:cxn modelId="{F784A875-8B88-4037-BECB-4DDE8BD15FF4}" type="presParOf" srcId="{195758EF-BE50-4E95-90D8-F88D74417048}" destId="{0B7264DC-F36E-4418-98FF-000FEC5E2B2D}" srcOrd="1" destOrd="0" presId="urn:microsoft.com/office/officeart/2005/8/layout/orgChart1"/>
    <dgm:cxn modelId="{8B3DC14B-834A-431C-871D-8DB421A256B0}" type="presParOf" srcId="{D6D92A9A-9FB6-4C2D-8326-A7EA51816811}" destId="{9C9C2B47-92C1-4C5A-A02A-1A67782AFA58}" srcOrd="1" destOrd="0" presId="urn:microsoft.com/office/officeart/2005/8/layout/orgChart1"/>
    <dgm:cxn modelId="{3E9E7D9B-3B57-4512-A930-9962A27EBC82}" type="presParOf" srcId="{D6D92A9A-9FB6-4C2D-8326-A7EA51816811}" destId="{F100A6FB-BCD3-4017-A38E-9724806BD77A}" srcOrd="2" destOrd="0" presId="urn:microsoft.com/office/officeart/2005/8/layout/orgChart1"/>
    <dgm:cxn modelId="{542DDC38-B4EC-46FA-A66C-968D798E1F2A}" type="presParOf" srcId="{41D697F3-5512-48A9-AA12-4DE518965C44}" destId="{46E5B21C-6367-4FA4-9BE3-7333AB55FE0D}" srcOrd="2" destOrd="0" presId="urn:microsoft.com/office/officeart/2005/8/layout/orgChart1"/>
    <dgm:cxn modelId="{9076A475-0DF7-4F7B-859D-CF395B8D228A}" type="presParOf" srcId="{55E1D0DF-0280-4174-9E57-7F72305E9BEF}" destId="{AEC2399E-75FE-4506-9846-6F611374FFD6}" srcOrd="2" destOrd="0" presId="urn:microsoft.com/office/officeart/2005/8/layout/orgChart1"/>
    <dgm:cxn modelId="{A97AF981-1391-4585-BE9C-2F23C64C9C62}" type="presParOf" srcId="{55E1D0DF-0280-4174-9E57-7F72305E9BEF}" destId="{2A96CC6A-01D5-4BF0-B899-5E830A564F19}" srcOrd="3" destOrd="0" presId="urn:microsoft.com/office/officeart/2005/8/layout/orgChart1"/>
    <dgm:cxn modelId="{D5808598-58C7-4D0F-B4BE-BD8B57B78BB1}" type="presParOf" srcId="{2A96CC6A-01D5-4BF0-B899-5E830A564F19}" destId="{2E0298E8-394F-4686-85DB-6A4D9FC4A637}" srcOrd="0" destOrd="0" presId="urn:microsoft.com/office/officeart/2005/8/layout/orgChart1"/>
    <dgm:cxn modelId="{90692D00-FC1D-4C1B-929E-3E4CD1B31B33}" type="presParOf" srcId="{2E0298E8-394F-4686-85DB-6A4D9FC4A637}" destId="{ABF1192B-96EE-4CCE-8B77-68372973C3D0}" srcOrd="0" destOrd="0" presId="urn:microsoft.com/office/officeart/2005/8/layout/orgChart1"/>
    <dgm:cxn modelId="{AB22F429-262B-444F-9B52-7D76F35D7D38}" type="presParOf" srcId="{2E0298E8-394F-4686-85DB-6A4D9FC4A637}" destId="{5B8100D5-CD24-411F-9A58-5E038D35B33E}" srcOrd="1" destOrd="0" presId="urn:microsoft.com/office/officeart/2005/8/layout/orgChart1"/>
    <dgm:cxn modelId="{4F92BAD4-8A67-4628-BB37-76B03009699A}" type="presParOf" srcId="{2A96CC6A-01D5-4BF0-B899-5E830A564F19}" destId="{5825CC62-2804-4975-95C2-B327374C5AEF}" srcOrd="1" destOrd="0" presId="urn:microsoft.com/office/officeart/2005/8/layout/orgChart1"/>
    <dgm:cxn modelId="{45BB6499-7E99-4692-9765-2C0A23F72750}" type="presParOf" srcId="{5825CC62-2804-4975-95C2-B327374C5AEF}" destId="{9CEC9B0C-681D-4FEA-BB7D-702673A6C5E5}" srcOrd="0" destOrd="0" presId="urn:microsoft.com/office/officeart/2005/8/layout/orgChart1"/>
    <dgm:cxn modelId="{3D6B54F9-9101-476C-917E-807A4AC1AA81}" type="presParOf" srcId="{5825CC62-2804-4975-95C2-B327374C5AEF}" destId="{00A08D77-ADDC-421D-9FAA-E6C8001898B0}" srcOrd="1" destOrd="0" presId="urn:microsoft.com/office/officeart/2005/8/layout/orgChart1"/>
    <dgm:cxn modelId="{8813F131-E632-44C4-A7CC-3D7733A07038}" type="presParOf" srcId="{00A08D77-ADDC-421D-9FAA-E6C8001898B0}" destId="{53E7EB29-CE79-4F61-A901-CAF26C102A26}" srcOrd="0" destOrd="0" presId="urn:microsoft.com/office/officeart/2005/8/layout/orgChart1"/>
    <dgm:cxn modelId="{B7E6775D-C31D-4B64-BD45-4773D691AABB}" type="presParOf" srcId="{53E7EB29-CE79-4F61-A901-CAF26C102A26}" destId="{DED4F545-FB02-49E5-A805-7E881BAA4C11}" srcOrd="0" destOrd="0" presId="urn:microsoft.com/office/officeart/2005/8/layout/orgChart1"/>
    <dgm:cxn modelId="{614530E4-BF56-455F-B1F2-F3CC8D04ECCC}" type="presParOf" srcId="{53E7EB29-CE79-4F61-A901-CAF26C102A26}" destId="{F08DCF29-AB90-4CC7-B280-91AEB6E7751A}" srcOrd="1" destOrd="0" presId="urn:microsoft.com/office/officeart/2005/8/layout/orgChart1"/>
    <dgm:cxn modelId="{9A42FFF4-1815-455F-9AD7-8D4213B3EE97}" type="presParOf" srcId="{00A08D77-ADDC-421D-9FAA-E6C8001898B0}" destId="{D0839286-99EE-4030-BA88-3F90E75E597C}" srcOrd="1" destOrd="0" presId="urn:microsoft.com/office/officeart/2005/8/layout/orgChart1"/>
    <dgm:cxn modelId="{E5193C85-2C3F-46F1-AFEB-BF78A4AA68BF}" type="presParOf" srcId="{00A08D77-ADDC-421D-9FAA-E6C8001898B0}" destId="{8C82470A-8055-4FF4-9307-BC889B2844B6}" srcOrd="2" destOrd="0" presId="urn:microsoft.com/office/officeart/2005/8/layout/orgChart1"/>
    <dgm:cxn modelId="{04D11CAD-C732-4A27-9768-2608D700781E}" type="presParOf" srcId="{5825CC62-2804-4975-95C2-B327374C5AEF}" destId="{185581B3-E666-4F17-A6A0-8C3A5F03AA13}" srcOrd="2" destOrd="0" presId="urn:microsoft.com/office/officeart/2005/8/layout/orgChart1"/>
    <dgm:cxn modelId="{26D016EB-C635-4EBB-BEA3-94A20711A8C6}" type="presParOf" srcId="{5825CC62-2804-4975-95C2-B327374C5AEF}" destId="{FAE5B9C8-5280-45DA-8C05-664BD547DA16}" srcOrd="3" destOrd="0" presId="urn:microsoft.com/office/officeart/2005/8/layout/orgChart1"/>
    <dgm:cxn modelId="{39724D5C-6EE0-4479-B437-FEB27A5D8F65}" type="presParOf" srcId="{FAE5B9C8-5280-45DA-8C05-664BD547DA16}" destId="{7D23CD95-5AE3-4D16-ABBD-042F1814294E}" srcOrd="0" destOrd="0" presId="urn:microsoft.com/office/officeart/2005/8/layout/orgChart1"/>
    <dgm:cxn modelId="{5A931891-F0A6-4B26-B1E8-5E99C7A23CBB}" type="presParOf" srcId="{7D23CD95-5AE3-4D16-ABBD-042F1814294E}" destId="{D2B7FF81-3E6D-42AA-BFB4-22615A05A692}" srcOrd="0" destOrd="0" presId="urn:microsoft.com/office/officeart/2005/8/layout/orgChart1"/>
    <dgm:cxn modelId="{8185F8BE-3F9E-437F-99A0-F42438A3428A}" type="presParOf" srcId="{7D23CD95-5AE3-4D16-ABBD-042F1814294E}" destId="{C91AC9C5-244B-4234-9460-38BDCE20B03C}" srcOrd="1" destOrd="0" presId="urn:microsoft.com/office/officeart/2005/8/layout/orgChart1"/>
    <dgm:cxn modelId="{61BD5475-F3F4-4626-8790-94A66C8E1406}" type="presParOf" srcId="{FAE5B9C8-5280-45DA-8C05-664BD547DA16}" destId="{392FBA6A-0760-4BE7-848C-5B1A701D542E}" srcOrd="1" destOrd="0" presId="urn:microsoft.com/office/officeart/2005/8/layout/orgChart1"/>
    <dgm:cxn modelId="{9BA4EF85-6A41-4AE6-8B72-E160775798C0}" type="presParOf" srcId="{FAE5B9C8-5280-45DA-8C05-664BD547DA16}" destId="{F5CF118F-914D-4CE2-9E0A-BB127697067A}" srcOrd="2" destOrd="0" presId="urn:microsoft.com/office/officeart/2005/8/layout/orgChart1"/>
    <dgm:cxn modelId="{B3D4B652-9109-4344-893B-A60FEFA3C36B}" type="presParOf" srcId="{2A96CC6A-01D5-4BF0-B899-5E830A564F19}" destId="{7C45D94A-B61B-47BC-B74F-52641BE42B67}" srcOrd="2" destOrd="0" presId="urn:microsoft.com/office/officeart/2005/8/layout/orgChart1"/>
    <dgm:cxn modelId="{34597FB1-0933-4212-96B8-13AD035CBEFE}" type="presParOf" srcId="{FA92B2F6-AC7B-499B-BF7A-28C43576F22F}" destId="{20E6E159-13CA-4EDA-BB60-842ABB14DE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E45B45-D33D-4D35-A4BA-CB7AD5A2B38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59026D-A7F6-4FCE-ABD9-2E5868C65CBE}">
      <dgm:prSet phldrT="[Текст]" custT="1"/>
      <dgm:spPr/>
      <dgm:t>
        <a:bodyPr/>
        <a:lstStyle/>
        <a:p>
          <a:r>
            <a:rPr lang="ru-RU" sz="1600" b="1" dirty="0" smtClean="0"/>
            <a:t>Классификация должностей гражданской службы</a:t>
          </a:r>
          <a:endParaRPr lang="ru-RU" sz="1600" b="1" dirty="0"/>
        </a:p>
      </dgm:t>
    </dgm:pt>
    <dgm:pt modelId="{D4A55FC4-7295-45B5-B94F-AC3E5E2E83CB}" type="parTrans" cxnId="{BB65ED0B-AF16-4F13-958C-1BB43BEA3D59}">
      <dgm:prSet/>
      <dgm:spPr/>
      <dgm:t>
        <a:bodyPr/>
        <a:lstStyle/>
        <a:p>
          <a:endParaRPr lang="ru-RU"/>
        </a:p>
      </dgm:t>
    </dgm:pt>
    <dgm:pt modelId="{ABE8B1A1-C8E0-4D73-BB15-FF9680B553B4}" type="sibTrans" cxnId="{BB65ED0B-AF16-4F13-958C-1BB43BEA3D59}">
      <dgm:prSet/>
      <dgm:spPr/>
      <dgm:t>
        <a:bodyPr/>
        <a:lstStyle/>
        <a:p>
          <a:endParaRPr lang="ru-RU"/>
        </a:p>
      </dgm:t>
    </dgm:pt>
    <dgm:pt modelId="{C1E86BD0-6BD7-406E-BB45-19256B414636}">
      <dgm:prSet phldrT="[Текст]" custT="1"/>
      <dgm:spPr/>
      <dgm:t>
        <a:bodyPr/>
        <a:lstStyle/>
        <a:p>
          <a:r>
            <a:rPr lang="ru-RU" sz="1600" b="1" dirty="0" smtClean="0"/>
            <a:t>Категории</a:t>
          </a:r>
          <a:endParaRPr lang="ru-RU" sz="1600" b="1" dirty="0"/>
        </a:p>
      </dgm:t>
    </dgm:pt>
    <dgm:pt modelId="{A7507BB9-4323-400F-8FC8-59D1D4B8AFC6}" type="parTrans" cxnId="{71E3573D-1720-4373-8157-F2A424557A1A}">
      <dgm:prSet/>
      <dgm:spPr/>
      <dgm:t>
        <a:bodyPr/>
        <a:lstStyle/>
        <a:p>
          <a:endParaRPr lang="ru-RU"/>
        </a:p>
      </dgm:t>
    </dgm:pt>
    <dgm:pt modelId="{40849949-4F74-458D-8070-D77B72188AC3}" type="sibTrans" cxnId="{71E3573D-1720-4373-8157-F2A424557A1A}">
      <dgm:prSet/>
      <dgm:spPr/>
      <dgm:t>
        <a:bodyPr/>
        <a:lstStyle/>
        <a:p>
          <a:endParaRPr lang="ru-RU"/>
        </a:p>
      </dgm:t>
    </dgm:pt>
    <dgm:pt modelId="{35188B47-C99A-46D3-A7A7-7AAA7FB666B5}">
      <dgm:prSet phldrT="[Текст]" custT="1"/>
      <dgm:spPr/>
      <dgm:t>
        <a:bodyPr/>
        <a:lstStyle/>
        <a:p>
          <a:r>
            <a:rPr lang="ru-RU" sz="1400" b="1" dirty="0" smtClean="0"/>
            <a:t>Руководители</a:t>
          </a:r>
        </a:p>
        <a:p>
          <a:r>
            <a:rPr lang="ru-RU" sz="1400" b="1" dirty="0" smtClean="0"/>
            <a:t>Помощники (советники)</a:t>
          </a:r>
        </a:p>
        <a:p>
          <a:r>
            <a:rPr lang="ru-RU" sz="1400" b="1" dirty="0" smtClean="0"/>
            <a:t>Специалисты</a:t>
          </a:r>
        </a:p>
        <a:p>
          <a:r>
            <a:rPr lang="ru-RU" sz="1400" b="1" dirty="0" smtClean="0"/>
            <a:t>Обеспечивающие специалисты</a:t>
          </a:r>
          <a:endParaRPr lang="ru-RU" sz="1400" b="1" dirty="0"/>
        </a:p>
      </dgm:t>
    </dgm:pt>
    <dgm:pt modelId="{6CE73A69-7669-427D-8734-DD9EDE6621A5}" type="parTrans" cxnId="{6D048D71-D115-470C-BE22-AC02AFB81C64}">
      <dgm:prSet/>
      <dgm:spPr/>
      <dgm:t>
        <a:bodyPr/>
        <a:lstStyle/>
        <a:p>
          <a:endParaRPr lang="ru-RU"/>
        </a:p>
      </dgm:t>
    </dgm:pt>
    <dgm:pt modelId="{37B0FCBB-4CC4-4010-9BD5-F24188F1BD7C}" type="sibTrans" cxnId="{6D048D71-D115-470C-BE22-AC02AFB81C64}">
      <dgm:prSet/>
      <dgm:spPr/>
      <dgm:t>
        <a:bodyPr/>
        <a:lstStyle/>
        <a:p>
          <a:endParaRPr lang="ru-RU"/>
        </a:p>
      </dgm:t>
    </dgm:pt>
    <dgm:pt modelId="{C9DA48C1-BC17-464E-8ED1-6C723AE08B59}">
      <dgm:prSet phldrT="[Текст]" custT="1"/>
      <dgm:spPr/>
      <dgm:t>
        <a:bodyPr/>
        <a:lstStyle/>
        <a:p>
          <a:r>
            <a:rPr lang="ru-RU" sz="1600" b="1" dirty="0" smtClean="0"/>
            <a:t>Группы</a:t>
          </a:r>
          <a:endParaRPr lang="ru-RU" sz="1600" b="1" dirty="0"/>
        </a:p>
      </dgm:t>
    </dgm:pt>
    <dgm:pt modelId="{E3A0A677-DE9F-4C27-BAB5-E753673E1810}" type="parTrans" cxnId="{CB913EE9-C8CA-498D-B7A2-E49ED3D253A3}">
      <dgm:prSet/>
      <dgm:spPr/>
      <dgm:t>
        <a:bodyPr/>
        <a:lstStyle/>
        <a:p>
          <a:endParaRPr lang="ru-RU"/>
        </a:p>
      </dgm:t>
    </dgm:pt>
    <dgm:pt modelId="{3684251C-F43D-4CCD-AE09-28BC0A6A0544}" type="sibTrans" cxnId="{CB913EE9-C8CA-498D-B7A2-E49ED3D253A3}">
      <dgm:prSet/>
      <dgm:spPr/>
      <dgm:t>
        <a:bodyPr/>
        <a:lstStyle/>
        <a:p>
          <a:endParaRPr lang="ru-RU"/>
        </a:p>
      </dgm:t>
    </dgm:pt>
    <dgm:pt modelId="{FD14F941-971E-4712-A388-8B8366CE54C6}">
      <dgm:prSet phldrT="[Текст]" custT="1"/>
      <dgm:spPr/>
      <dgm:t>
        <a:bodyPr/>
        <a:lstStyle/>
        <a:p>
          <a:r>
            <a:rPr lang="ru-RU" sz="1400" b="1" dirty="0" smtClean="0"/>
            <a:t>Высшие должности гражданской службы</a:t>
          </a:r>
        </a:p>
        <a:p>
          <a:r>
            <a:rPr lang="ru-RU" sz="1400" b="1" dirty="0" smtClean="0"/>
            <a:t>Главные должности гражданской службы</a:t>
          </a:r>
        </a:p>
        <a:p>
          <a:r>
            <a:rPr lang="ru-RU" sz="1400" b="1" dirty="0" smtClean="0"/>
            <a:t>Ведущие должности гражданской службы</a:t>
          </a:r>
        </a:p>
        <a:p>
          <a:r>
            <a:rPr lang="ru-RU" sz="1400" b="1" dirty="0" smtClean="0"/>
            <a:t>Старшие должности гражданской службы</a:t>
          </a:r>
        </a:p>
        <a:p>
          <a:r>
            <a:rPr lang="ru-RU" sz="1400" b="1" dirty="0" smtClean="0"/>
            <a:t>Младшие должности гражданской службы</a:t>
          </a:r>
          <a:endParaRPr lang="ru-RU" sz="1400" b="1" dirty="0"/>
        </a:p>
      </dgm:t>
    </dgm:pt>
    <dgm:pt modelId="{05799791-E825-4848-A0BE-73F9EA1E63C2}" type="parTrans" cxnId="{4FE4252A-9F1A-4D01-AF23-C36AF69568AB}">
      <dgm:prSet/>
      <dgm:spPr/>
      <dgm:t>
        <a:bodyPr/>
        <a:lstStyle/>
        <a:p>
          <a:endParaRPr lang="ru-RU"/>
        </a:p>
      </dgm:t>
    </dgm:pt>
    <dgm:pt modelId="{678C3A78-DE09-4F7C-A465-F72A800D7C45}" type="sibTrans" cxnId="{4FE4252A-9F1A-4D01-AF23-C36AF69568AB}">
      <dgm:prSet/>
      <dgm:spPr/>
      <dgm:t>
        <a:bodyPr/>
        <a:lstStyle/>
        <a:p>
          <a:endParaRPr lang="ru-RU"/>
        </a:p>
      </dgm:t>
    </dgm:pt>
    <dgm:pt modelId="{A640E0DD-D35F-4DB3-BB3F-D1930E68DAD2}" type="pres">
      <dgm:prSet presAssocID="{DEE45B45-D33D-4D35-A4BA-CB7AD5A2B3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014A7606-8D4C-409F-99D1-E7FA21AB1DD1}" type="pres">
      <dgm:prSet presAssocID="{B559026D-A7F6-4FCE-ABD9-2E5868C65CBE}" presName="hierRoot1" presStyleCnt="0"/>
      <dgm:spPr/>
    </dgm:pt>
    <dgm:pt modelId="{F65CAD35-ECC7-4A0D-93DD-45CDF4699D53}" type="pres">
      <dgm:prSet presAssocID="{B559026D-A7F6-4FCE-ABD9-2E5868C65CBE}" presName="composite" presStyleCnt="0"/>
      <dgm:spPr/>
    </dgm:pt>
    <dgm:pt modelId="{8E8DEE5A-A7E7-4EFF-928C-2E02FAA82950}" type="pres">
      <dgm:prSet presAssocID="{B559026D-A7F6-4FCE-ABD9-2E5868C65CBE}" presName="background" presStyleLbl="node0" presStyleIdx="0" presStyleCnt="1"/>
      <dgm:spPr/>
    </dgm:pt>
    <dgm:pt modelId="{01EE4965-749A-4EFB-8E53-97B2B8F2D1A7}" type="pres">
      <dgm:prSet presAssocID="{B559026D-A7F6-4FCE-ABD9-2E5868C65CBE}" presName="text" presStyleLbl="fgAcc0" presStyleIdx="0" presStyleCnt="1" custScaleX="17551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594B495-72CF-4B40-8F81-EBDA6B22953B}" type="pres">
      <dgm:prSet presAssocID="{B559026D-A7F6-4FCE-ABD9-2E5868C65CBE}" presName="hierChild2" presStyleCnt="0"/>
      <dgm:spPr/>
    </dgm:pt>
    <dgm:pt modelId="{8E256A14-C17B-4A59-BD8A-7018C5C620E3}" type="pres">
      <dgm:prSet presAssocID="{A7507BB9-4323-400F-8FC8-59D1D4B8AFC6}" presName="Name10" presStyleLbl="parChTrans1D2" presStyleIdx="0" presStyleCnt="2"/>
      <dgm:spPr/>
      <dgm:t>
        <a:bodyPr/>
        <a:lstStyle/>
        <a:p>
          <a:endParaRPr lang="ru-RU"/>
        </a:p>
      </dgm:t>
    </dgm:pt>
    <dgm:pt modelId="{7A7E4E01-7640-40EA-A386-C83CBA4A2AF8}" type="pres">
      <dgm:prSet presAssocID="{C1E86BD0-6BD7-406E-BB45-19256B414636}" presName="hierRoot2" presStyleCnt="0"/>
      <dgm:spPr/>
    </dgm:pt>
    <dgm:pt modelId="{84DD66ED-8BB1-4B7F-8BB2-D53698B12604}" type="pres">
      <dgm:prSet presAssocID="{C1E86BD0-6BD7-406E-BB45-19256B414636}" presName="composite2" presStyleCnt="0"/>
      <dgm:spPr/>
    </dgm:pt>
    <dgm:pt modelId="{3EC5D7B4-EDF7-4DC7-9026-A32B2C7FEEB9}" type="pres">
      <dgm:prSet presAssocID="{C1E86BD0-6BD7-406E-BB45-19256B414636}" presName="background2" presStyleLbl="node2" presStyleIdx="0" presStyleCnt="2"/>
      <dgm:spPr/>
    </dgm:pt>
    <dgm:pt modelId="{056686E8-AA30-4538-8FD8-68635F990A40}" type="pres">
      <dgm:prSet presAssocID="{C1E86BD0-6BD7-406E-BB45-19256B414636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D59A11F-6420-48D7-A27F-766D32B8039C}" type="pres">
      <dgm:prSet presAssocID="{C1E86BD0-6BD7-406E-BB45-19256B414636}" presName="hierChild3" presStyleCnt="0"/>
      <dgm:spPr/>
    </dgm:pt>
    <dgm:pt modelId="{A2385E30-82FB-49A9-B773-A345D9F293A4}" type="pres">
      <dgm:prSet presAssocID="{6CE73A69-7669-427D-8734-DD9EDE6621A5}" presName="Name17" presStyleLbl="parChTrans1D3" presStyleIdx="0" presStyleCnt="2"/>
      <dgm:spPr/>
      <dgm:t>
        <a:bodyPr/>
        <a:lstStyle/>
        <a:p>
          <a:endParaRPr lang="ru-RU"/>
        </a:p>
      </dgm:t>
    </dgm:pt>
    <dgm:pt modelId="{28981EB6-7D7A-4B58-8394-80147C5CADBA}" type="pres">
      <dgm:prSet presAssocID="{35188B47-C99A-46D3-A7A7-7AAA7FB666B5}" presName="hierRoot3" presStyleCnt="0"/>
      <dgm:spPr/>
    </dgm:pt>
    <dgm:pt modelId="{EB5F592D-5444-4570-94A0-66EAA877F1B2}" type="pres">
      <dgm:prSet presAssocID="{35188B47-C99A-46D3-A7A7-7AAA7FB666B5}" presName="composite3" presStyleCnt="0"/>
      <dgm:spPr/>
    </dgm:pt>
    <dgm:pt modelId="{D679732A-2B2D-4CB7-A5B8-413F373DE168}" type="pres">
      <dgm:prSet presAssocID="{35188B47-C99A-46D3-A7A7-7AAA7FB666B5}" presName="background3" presStyleLbl="node3" presStyleIdx="0" presStyleCnt="2"/>
      <dgm:spPr/>
    </dgm:pt>
    <dgm:pt modelId="{E7AC72F6-7FB6-4618-B2C8-21B1DF1F851A}" type="pres">
      <dgm:prSet presAssocID="{35188B47-C99A-46D3-A7A7-7AAA7FB666B5}" presName="text3" presStyleLbl="fgAcc3" presStyleIdx="0" presStyleCnt="2" custScaleX="204151" custScaleY="141408" custLinFactNeighborX="-1969" custLinFactNeighborY="460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93B0217-60A0-476E-8381-523E5931B6B5}" type="pres">
      <dgm:prSet presAssocID="{35188B47-C99A-46D3-A7A7-7AAA7FB666B5}" presName="hierChild4" presStyleCnt="0"/>
      <dgm:spPr/>
    </dgm:pt>
    <dgm:pt modelId="{70736201-139D-4E7F-AAB6-AEC24EBF9ACE}" type="pres">
      <dgm:prSet presAssocID="{E3A0A677-DE9F-4C27-BAB5-E753673E1810}" presName="Name10" presStyleLbl="parChTrans1D2" presStyleIdx="1" presStyleCnt="2"/>
      <dgm:spPr/>
      <dgm:t>
        <a:bodyPr/>
        <a:lstStyle/>
        <a:p>
          <a:endParaRPr lang="ru-RU"/>
        </a:p>
      </dgm:t>
    </dgm:pt>
    <dgm:pt modelId="{CFCAF547-DFA2-4BD9-943C-3D80FD332DA0}" type="pres">
      <dgm:prSet presAssocID="{C9DA48C1-BC17-464E-8ED1-6C723AE08B59}" presName="hierRoot2" presStyleCnt="0"/>
      <dgm:spPr/>
    </dgm:pt>
    <dgm:pt modelId="{BE7A3CF6-9159-48E0-908F-D189D826C0AA}" type="pres">
      <dgm:prSet presAssocID="{C9DA48C1-BC17-464E-8ED1-6C723AE08B59}" presName="composite2" presStyleCnt="0"/>
      <dgm:spPr/>
    </dgm:pt>
    <dgm:pt modelId="{8E8D4359-AB16-40C3-A25D-B494A7754B30}" type="pres">
      <dgm:prSet presAssocID="{C9DA48C1-BC17-464E-8ED1-6C723AE08B59}" presName="background2" presStyleLbl="node2" presStyleIdx="1" presStyleCnt="2"/>
      <dgm:spPr/>
    </dgm:pt>
    <dgm:pt modelId="{7C7FC46F-399D-4F7F-892B-9E16FD367541}" type="pres">
      <dgm:prSet presAssocID="{C9DA48C1-BC17-464E-8ED1-6C723AE08B59}" presName="text2" presStyleLbl="fgAcc2" presStyleIdx="1" presStyleCnt="2" custLinFactNeighborX="289" custLinFactNeighborY="-443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4824279-6A1D-484C-B63E-59F444064275}" type="pres">
      <dgm:prSet presAssocID="{C9DA48C1-BC17-464E-8ED1-6C723AE08B59}" presName="hierChild3" presStyleCnt="0"/>
      <dgm:spPr/>
    </dgm:pt>
    <dgm:pt modelId="{9FE5CCBE-BE7E-4B6C-BD0A-37DBEFF5F391}" type="pres">
      <dgm:prSet presAssocID="{05799791-E825-4848-A0BE-73F9EA1E63C2}" presName="Name17" presStyleLbl="parChTrans1D3" presStyleIdx="1" presStyleCnt="2"/>
      <dgm:spPr/>
      <dgm:t>
        <a:bodyPr/>
        <a:lstStyle/>
        <a:p>
          <a:endParaRPr lang="ru-RU"/>
        </a:p>
      </dgm:t>
    </dgm:pt>
    <dgm:pt modelId="{94E162F4-F5EC-45B4-98FE-4D4382AD52B4}" type="pres">
      <dgm:prSet presAssocID="{FD14F941-971E-4712-A388-8B8366CE54C6}" presName="hierRoot3" presStyleCnt="0"/>
      <dgm:spPr/>
    </dgm:pt>
    <dgm:pt modelId="{19C6716C-B45D-47C1-96C8-B0908E98AF8C}" type="pres">
      <dgm:prSet presAssocID="{FD14F941-971E-4712-A388-8B8366CE54C6}" presName="composite3" presStyleCnt="0"/>
      <dgm:spPr/>
    </dgm:pt>
    <dgm:pt modelId="{0DDDCFAC-7F95-496D-A61C-A2DE421E62D1}" type="pres">
      <dgm:prSet presAssocID="{FD14F941-971E-4712-A388-8B8366CE54C6}" presName="background3" presStyleLbl="node3" presStyleIdx="1" presStyleCnt="2"/>
      <dgm:spPr/>
    </dgm:pt>
    <dgm:pt modelId="{A6FDDC07-C776-4581-9403-104A63428B79}" type="pres">
      <dgm:prSet presAssocID="{FD14F941-971E-4712-A388-8B8366CE54C6}" presName="text3" presStyleLbl="fgAcc3" presStyleIdx="1" presStyleCnt="2" custScaleX="218417" custScaleY="14403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F44CD70-672A-48A2-96E9-E64E712B466C}" type="pres">
      <dgm:prSet presAssocID="{FD14F941-971E-4712-A388-8B8366CE54C6}" presName="hierChild4" presStyleCnt="0"/>
      <dgm:spPr/>
    </dgm:pt>
  </dgm:ptLst>
  <dgm:cxnLst>
    <dgm:cxn modelId="{088CAE0E-9633-475C-B575-28153C5E228C}" type="presOf" srcId="{FD14F941-971E-4712-A388-8B8366CE54C6}" destId="{A6FDDC07-C776-4581-9403-104A63428B79}" srcOrd="0" destOrd="0" presId="urn:microsoft.com/office/officeart/2005/8/layout/hierarchy1"/>
    <dgm:cxn modelId="{07DD87A1-8DAD-47A7-A4A1-A4651FB885F8}" type="presOf" srcId="{C9DA48C1-BC17-464E-8ED1-6C723AE08B59}" destId="{7C7FC46F-399D-4F7F-892B-9E16FD367541}" srcOrd="0" destOrd="0" presId="urn:microsoft.com/office/officeart/2005/8/layout/hierarchy1"/>
    <dgm:cxn modelId="{090D9C7A-A44F-4472-BAF3-554F6F808EFD}" type="presOf" srcId="{E3A0A677-DE9F-4C27-BAB5-E753673E1810}" destId="{70736201-139D-4E7F-AAB6-AEC24EBF9ACE}" srcOrd="0" destOrd="0" presId="urn:microsoft.com/office/officeart/2005/8/layout/hierarchy1"/>
    <dgm:cxn modelId="{A21DC0A3-A867-4DC3-AF91-C29256687D75}" type="presOf" srcId="{A7507BB9-4323-400F-8FC8-59D1D4B8AFC6}" destId="{8E256A14-C17B-4A59-BD8A-7018C5C620E3}" srcOrd="0" destOrd="0" presId="urn:microsoft.com/office/officeart/2005/8/layout/hierarchy1"/>
    <dgm:cxn modelId="{4FE4252A-9F1A-4D01-AF23-C36AF69568AB}" srcId="{C9DA48C1-BC17-464E-8ED1-6C723AE08B59}" destId="{FD14F941-971E-4712-A388-8B8366CE54C6}" srcOrd="0" destOrd="0" parTransId="{05799791-E825-4848-A0BE-73F9EA1E63C2}" sibTransId="{678C3A78-DE09-4F7C-A465-F72A800D7C45}"/>
    <dgm:cxn modelId="{9553D850-9CAC-4CB3-B66C-A301D4A8A09E}" type="presOf" srcId="{C1E86BD0-6BD7-406E-BB45-19256B414636}" destId="{056686E8-AA30-4538-8FD8-68635F990A40}" srcOrd="0" destOrd="0" presId="urn:microsoft.com/office/officeart/2005/8/layout/hierarchy1"/>
    <dgm:cxn modelId="{6D048D71-D115-470C-BE22-AC02AFB81C64}" srcId="{C1E86BD0-6BD7-406E-BB45-19256B414636}" destId="{35188B47-C99A-46D3-A7A7-7AAA7FB666B5}" srcOrd="0" destOrd="0" parTransId="{6CE73A69-7669-427D-8734-DD9EDE6621A5}" sibTransId="{37B0FCBB-4CC4-4010-9BD5-F24188F1BD7C}"/>
    <dgm:cxn modelId="{7DE8744B-4B39-4C4E-B2A9-8B92C3A3A98F}" type="presOf" srcId="{35188B47-C99A-46D3-A7A7-7AAA7FB666B5}" destId="{E7AC72F6-7FB6-4618-B2C8-21B1DF1F851A}" srcOrd="0" destOrd="0" presId="urn:microsoft.com/office/officeart/2005/8/layout/hierarchy1"/>
    <dgm:cxn modelId="{07A1AD49-8331-449B-BABD-371555F46642}" type="presOf" srcId="{B559026D-A7F6-4FCE-ABD9-2E5868C65CBE}" destId="{01EE4965-749A-4EFB-8E53-97B2B8F2D1A7}" srcOrd="0" destOrd="0" presId="urn:microsoft.com/office/officeart/2005/8/layout/hierarchy1"/>
    <dgm:cxn modelId="{71E3573D-1720-4373-8157-F2A424557A1A}" srcId="{B559026D-A7F6-4FCE-ABD9-2E5868C65CBE}" destId="{C1E86BD0-6BD7-406E-BB45-19256B414636}" srcOrd="0" destOrd="0" parTransId="{A7507BB9-4323-400F-8FC8-59D1D4B8AFC6}" sibTransId="{40849949-4F74-458D-8070-D77B72188AC3}"/>
    <dgm:cxn modelId="{A6480E17-6436-40DE-B4FE-D0234F10B266}" type="presOf" srcId="{DEE45B45-D33D-4D35-A4BA-CB7AD5A2B38A}" destId="{A640E0DD-D35F-4DB3-BB3F-D1930E68DAD2}" srcOrd="0" destOrd="0" presId="urn:microsoft.com/office/officeart/2005/8/layout/hierarchy1"/>
    <dgm:cxn modelId="{BB65ED0B-AF16-4F13-958C-1BB43BEA3D59}" srcId="{DEE45B45-D33D-4D35-A4BA-CB7AD5A2B38A}" destId="{B559026D-A7F6-4FCE-ABD9-2E5868C65CBE}" srcOrd="0" destOrd="0" parTransId="{D4A55FC4-7295-45B5-B94F-AC3E5E2E83CB}" sibTransId="{ABE8B1A1-C8E0-4D73-BB15-FF9680B553B4}"/>
    <dgm:cxn modelId="{CB913EE9-C8CA-498D-B7A2-E49ED3D253A3}" srcId="{B559026D-A7F6-4FCE-ABD9-2E5868C65CBE}" destId="{C9DA48C1-BC17-464E-8ED1-6C723AE08B59}" srcOrd="1" destOrd="0" parTransId="{E3A0A677-DE9F-4C27-BAB5-E753673E1810}" sibTransId="{3684251C-F43D-4CCD-AE09-28BC0A6A0544}"/>
    <dgm:cxn modelId="{C4636FA8-16B8-4848-8F38-A1E8148DEAAC}" type="presOf" srcId="{6CE73A69-7669-427D-8734-DD9EDE6621A5}" destId="{A2385E30-82FB-49A9-B773-A345D9F293A4}" srcOrd="0" destOrd="0" presId="urn:microsoft.com/office/officeart/2005/8/layout/hierarchy1"/>
    <dgm:cxn modelId="{BE150154-83A3-4E16-BBD4-2CAACD74A9D7}" type="presOf" srcId="{05799791-E825-4848-A0BE-73F9EA1E63C2}" destId="{9FE5CCBE-BE7E-4B6C-BD0A-37DBEFF5F391}" srcOrd="0" destOrd="0" presId="urn:microsoft.com/office/officeart/2005/8/layout/hierarchy1"/>
    <dgm:cxn modelId="{2B661E30-4049-4AF4-AE75-2B69C919357C}" type="presParOf" srcId="{A640E0DD-D35F-4DB3-BB3F-D1930E68DAD2}" destId="{014A7606-8D4C-409F-99D1-E7FA21AB1DD1}" srcOrd="0" destOrd="0" presId="urn:microsoft.com/office/officeart/2005/8/layout/hierarchy1"/>
    <dgm:cxn modelId="{1E70BFEC-FFE8-4132-8B10-64DB68E6D0B1}" type="presParOf" srcId="{014A7606-8D4C-409F-99D1-E7FA21AB1DD1}" destId="{F65CAD35-ECC7-4A0D-93DD-45CDF4699D53}" srcOrd="0" destOrd="0" presId="urn:microsoft.com/office/officeart/2005/8/layout/hierarchy1"/>
    <dgm:cxn modelId="{A13C9796-DA5F-4377-A869-4D56BDF0FFD6}" type="presParOf" srcId="{F65CAD35-ECC7-4A0D-93DD-45CDF4699D53}" destId="{8E8DEE5A-A7E7-4EFF-928C-2E02FAA82950}" srcOrd="0" destOrd="0" presId="urn:microsoft.com/office/officeart/2005/8/layout/hierarchy1"/>
    <dgm:cxn modelId="{4C5E43CD-6C90-463C-B5F8-841607513AF3}" type="presParOf" srcId="{F65CAD35-ECC7-4A0D-93DD-45CDF4699D53}" destId="{01EE4965-749A-4EFB-8E53-97B2B8F2D1A7}" srcOrd="1" destOrd="0" presId="urn:microsoft.com/office/officeart/2005/8/layout/hierarchy1"/>
    <dgm:cxn modelId="{C77A209E-6174-46E8-BA23-111275731494}" type="presParOf" srcId="{014A7606-8D4C-409F-99D1-E7FA21AB1DD1}" destId="{B594B495-72CF-4B40-8F81-EBDA6B22953B}" srcOrd="1" destOrd="0" presId="urn:microsoft.com/office/officeart/2005/8/layout/hierarchy1"/>
    <dgm:cxn modelId="{7B4FF5F9-704A-40A3-AFC4-D75C39227456}" type="presParOf" srcId="{B594B495-72CF-4B40-8F81-EBDA6B22953B}" destId="{8E256A14-C17B-4A59-BD8A-7018C5C620E3}" srcOrd="0" destOrd="0" presId="urn:microsoft.com/office/officeart/2005/8/layout/hierarchy1"/>
    <dgm:cxn modelId="{BFCE8AB4-8864-42B0-86AC-5BDDD6BE5B84}" type="presParOf" srcId="{B594B495-72CF-4B40-8F81-EBDA6B22953B}" destId="{7A7E4E01-7640-40EA-A386-C83CBA4A2AF8}" srcOrd="1" destOrd="0" presId="urn:microsoft.com/office/officeart/2005/8/layout/hierarchy1"/>
    <dgm:cxn modelId="{3BF78951-D239-4B59-A641-2DE6E3D5EAD3}" type="presParOf" srcId="{7A7E4E01-7640-40EA-A386-C83CBA4A2AF8}" destId="{84DD66ED-8BB1-4B7F-8BB2-D53698B12604}" srcOrd="0" destOrd="0" presId="urn:microsoft.com/office/officeart/2005/8/layout/hierarchy1"/>
    <dgm:cxn modelId="{FA6F1588-9645-4819-994C-CE0AC9B9AF17}" type="presParOf" srcId="{84DD66ED-8BB1-4B7F-8BB2-D53698B12604}" destId="{3EC5D7B4-EDF7-4DC7-9026-A32B2C7FEEB9}" srcOrd="0" destOrd="0" presId="urn:microsoft.com/office/officeart/2005/8/layout/hierarchy1"/>
    <dgm:cxn modelId="{4FFA55AC-F47B-40E2-ADF9-2755FF5D84A9}" type="presParOf" srcId="{84DD66ED-8BB1-4B7F-8BB2-D53698B12604}" destId="{056686E8-AA30-4538-8FD8-68635F990A40}" srcOrd="1" destOrd="0" presId="urn:microsoft.com/office/officeart/2005/8/layout/hierarchy1"/>
    <dgm:cxn modelId="{0489ED0F-25EF-469D-8392-BDC3F6892778}" type="presParOf" srcId="{7A7E4E01-7640-40EA-A386-C83CBA4A2AF8}" destId="{3D59A11F-6420-48D7-A27F-766D32B8039C}" srcOrd="1" destOrd="0" presId="urn:microsoft.com/office/officeart/2005/8/layout/hierarchy1"/>
    <dgm:cxn modelId="{412B1500-32BB-4585-BD3D-A9B810B249C4}" type="presParOf" srcId="{3D59A11F-6420-48D7-A27F-766D32B8039C}" destId="{A2385E30-82FB-49A9-B773-A345D9F293A4}" srcOrd="0" destOrd="0" presId="urn:microsoft.com/office/officeart/2005/8/layout/hierarchy1"/>
    <dgm:cxn modelId="{9173E7C1-9327-4C1A-9B5E-29586D071179}" type="presParOf" srcId="{3D59A11F-6420-48D7-A27F-766D32B8039C}" destId="{28981EB6-7D7A-4B58-8394-80147C5CADBA}" srcOrd="1" destOrd="0" presId="urn:microsoft.com/office/officeart/2005/8/layout/hierarchy1"/>
    <dgm:cxn modelId="{C1EFAF41-AC91-47A2-8DDE-B7D32AE38F23}" type="presParOf" srcId="{28981EB6-7D7A-4B58-8394-80147C5CADBA}" destId="{EB5F592D-5444-4570-94A0-66EAA877F1B2}" srcOrd="0" destOrd="0" presId="urn:microsoft.com/office/officeart/2005/8/layout/hierarchy1"/>
    <dgm:cxn modelId="{77183117-19CB-404F-A587-3ECD8C9CEC3A}" type="presParOf" srcId="{EB5F592D-5444-4570-94A0-66EAA877F1B2}" destId="{D679732A-2B2D-4CB7-A5B8-413F373DE168}" srcOrd="0" destOrd="0" presId="urn:microsoft.com/office/officeart/2005/8/layout/hierarchy1"/>
    <dgm:cxn modelId="{7E6EB21A-929F-4124-BFC6-6078E12A0BCC}" type="presParOf" srcId="{EB5F592D-5444-4570-94A0-66EAA877F1B2}" destId="{E7AC72F6-7FB6-4618-B2C8-21B1DF1F851A}" srcOrd="1" destOrd="0" presId="urn:microsoft.com/office/officeart/2005/8/layout/hierarchy1"/>
    <dgm:cxn modelId="{EC58B518-9DDC-4DAC-B977-E200268AD825}" type="presParOf" srcId="{28981EB6-7D7A-4B58-8394-80147C5CADBA}" destId="{093B0217-60A0-476E-8381-523E5931B6B5}" srcOrd="1" destOrd="0" presId="urn:microsoft.com/office/officeart/2005/8/layout/hierarchy1"/>
    <dgm:cxn modelId="{224CBDEE-FA32-4714-AB74-A395FBE884CE}" type="presParOf" srcId="{B594B495-72CF-4B40-8F81-EBDA6B22953B}" destId="{70736201-139D-4E7F-AAB6-AEC24EBF9ACE}" srcOrd="2" destOrd="0" presId="urn:microsoft.com/office/officeart/2005/8/layout/hierarchy1"/>
    <dgm:cxn modelId="{18DF0079-32A0-46AB-9076-6EA200FE5476}" type="presParOf" srcId="{B594B495-72CF-4B40-8F81-EBDA6B22953B}" destId="{CFCAF547-DFA2-4BD9-943C-3D80FD332DA0}" srcOrd="3" destOrd="0" presId="urn:microsoft.com/office/officeart/2005/8/layout/hierarchy1"/>
    <dgm:cxn modelId="{EB7E2BD3-0CB1-41C4-BFD4-B215A054F590}" type="presParOf" srcId="{CFCAF547-DFA2-4BD9-943C-3D80FD332DA0}" destId="{BE7A3CF6-9159-48E0-908F-D189D826C0AA}" srcOrd="0" destOrd="0" presId="urn:microsoft.com/office/officeart/2005/8/layout/hierarchy1"/>
    <dgm:cxn modelId="{4EBB0B7A-7C80-4512-98C9-03A6A2FD6097}" type="presParOf" srcId="{BE7A3CF6-9159-48E0-908F-D189D826C0AA}" destId="{8E8D4359-AB16-40C3-A25D-B494A7754B30}" srcOrd="0" destOrd="0" presId="urn:microsoft.com/office/officeart/2005/8/layout/hierarchy1"/>
    <dgm:cxn modelId="{AF330CCD-AEB3-4E7E-943F-BBEA21E4ED5B}" type="presParOf" srcId="{BE7A3CF6-9159-48E0-908F-D189D826C0AA}" destId="{7C7FC46F-399D-4F7F-892B-9E16FD367541}" srcOrd="1" destOrd="0" presId="urn:microsoft.com/office/officeart/2005/8/layout/hierarchy1"/>
    <dgm:cxn modelId="{07B2AEC0-C82E-438B-B4FD-820EF2269DAF}" type="presParOf" srcId="{CFCAF547-DFA2-4BD9-943C-3D80FD332DA0}" destId="{24824279-6A1D-484C-B63E-59F444064275}" srcOrd="1" destOrd="0" presId="urn:microsoft.com/office/officeart/2005/8/layout/hierarchy1"/>
    <dgm:cxn modelId="{077DF3A6-C6A8-4692-AEEC-D90730803DDF}" type="presParOf" srcId="{24824279-6A1D-484C-B63E-59F444064275}" destId="{9FE5CCBE-BE7E-4B6C-BD0A-37DBEFF5F391}" srcOrd="0" destOrd="0" presId="urn:microsoft.com/office/officeart/2005/8/layout/hierarchy1"/>
    <dgm:cxn modelId="{6F7D37F0-F3A2-40FF-B3F8-ECF86CD38AA8}" type="presParOf" srcId="{24824279-6A1D-484C-B63E-59F444064275}" destId="{94E162F4-F5EC-45B4-98FE-4D4382AD52B4}" srcOrd="1" destOrd="0" presId="urn:microsoft.com/office/officeart/2005/8/layout/hierarchy1"/>
    <dgm:cxn modelId="{6B5FC04A-875F-4D0E-8605-0CCF07A92066}" type="presParOf" srcId="{94E162F4-F5EC-45B4-98FE-4D4382AD52B4}" destId="{19C6716C-B45D-47C1-96C8-B0908E98AF8C}" srcOrd="0" destOrd="0" presId="urn:microsoft.com/office/officeart/2005/8/layout/hierarchy1"/>
    <dgm:cxn modelId="{46E29EB1-5F45-4CBF-B630-09366AB1ADBC}" type="presParOf" srcId="{19C6716C-B45D-47C1-96C8-B0908E98AF8C}" destId="{0DDDCFAC-7F95-496D-A61C-A2DE421E62D1}" srcOrd="0" destOrd="0" presId="urn:microsoft.com/office/officeart/2005/8/layout/hierarchy1"/>
    <dgm:cxn modelId="{19E8EC96-4085-4B56-842C-660A07A17113}" type="presParOf" srcId="{19C6716C-B45D-47C1-96C8-B0908E98AF8C}" destId="{A6FDDC07-C776-4581-9403-104A63428B79}" srcOrd="1" destOrd="0" presId="urn:microsoft.com/office/officeart/2005/8/layout/hierarchy1"/>
    <dgm:cxn modelId="{1C25781B-D5AA-424C-A4F3-9D7194849437}" type="presParOf" srcId="{94E162F4-F5EC-45B4-98FE-4D4382AD52B4}" destId="{EF44CD70-672A-48A2-96E9-E64E712B46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8BB03E-16A1-4ADC-8B58-63425D8A15D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E48592-042D-45C9-908E-65EFFBB29A48}">
      <dgm:prSet phldrT="[Текст]"/>
      <dgm:spPr/>
      <dgm:t>
        <a:bodyPr/>
        <a:lstStyle/>
        <a:p>
          <a:r>
            <a:rPr lang="ru-RU" b="1" dirty="0" smtClean="0"/>
            <a:t>Руководители</a:t>
          </a:r>
          <a:endParaRPr lang="ru-RU" b="1" dirty="0"/>
        </a:p>
      </dgm:t>
    </dgm:pt>
    <dgm:pt modelId="{76CB86EA-011D-4847-9BD7-3F2A8E52890F}" type="parTrans" cxnId="{98661E0D-AA85-4136-870D-8A7F8DE2C63B}">
      <dgm:prSet/>
      <dgm:spPr/>
      <dgm:t>
        <a:bodyPr/>
        <a:lstStyle/>
        <a:p>
          <a:endParaRPr lang="ru-RU"/>
        </a:p>
      </dgm:t>
    </dgm:pt>
    <dgm:pt modelId="{75EAEACA-0F66-4F1D-9B94-E6C2F82158D2}" type="sibTrans" cxnId="{98661E0D-AA85-4136-870D-8A7F8DE2C63B}">
      <dgm:prSet/>
      <dgm:spPr/>
      <dgm:t>
        <a:bodyPr/>
        <a:lstStyle/>
        <a:p>
          <a:endParaRPr lang="ru-RU"/>
        </a:p>
      </dgm:t>
    </dgm:pt>
    <dgm:pt modelId="{5C3C1BCD-5921-402B-B7A8-D677F48E4936}">
      <dgm:prSet phldrT="[Текст]"/>
      <dgm:spPr/>
      <dgm:t>
        <a:bodyPr/>
        <a:lstStyle/>
        <a:p>
          <a:endParaRPr lang="ru-RU" dirty="0"/>
        </a:p>
      </dgm:t>
    </dgm:pt>
    <dgm:pt modelId="{DB03A4B9-FD10-480A-8D35-00937C81F286}" type="parTrans" cxnId="{AAB83F71-8354-47DA-9205-CF7DCACC596E}">
      <dgm:prSet/>
      <dgm:spPr/>
      <dgm:t>
        <a:bodyPr/>
        <a:lstStyle/>
        <a:p>
          <a:endParaRPr lang="ru-RU"/>
        </a:p>
      </dgm:t>
    </dgm:pt>
    <dgm:pt modelId="{5D691C61-884E-4B6E-84ED-65C4880C082B}" type="sibTrans" cxnId="{AAB83F71-8354-47DA-9205-CF7DCACC596E}">
      <dgm:prSet/>
      <dgm:spPr/>
      <dgm:t>
        <a:bodyPr/>
        <a:lstStyle/>
        <a:p>
          <a:endParaRPr lang="ru-RU"/>
        </a:p>
      </dgm:t>
    </dgm:pt>
    <dgm:pt modelId="{1C8675AC-A30A-44FE-91E3-3CAE333EFF47}">
      <dgm:prSet phldrT="[Текст]" custT="1"/>
      <dgm:spPr/>
      <dgm:t>
        <a:bodyPr/>
        <a:lstStyle/>
        <a:p>
          <a:r>
            <a:rPr lang="ru-RU" sz="1400" b="1" dirty="0" smtClean="0"/>
            <a:t>Высшая</a:t>
          </a:r>
          <a:endParaRPr lang="ru-RU" sz="1400" b="1" dirty="0"/>
        </a:p>
      </dgm:t>
    </dgm:pt>
    <dgm:pt modelId="{842E457D-A4C1-4DCF-9A61-AEFCFC9838F8}" type="parTrans" cxnId="{4CAAB4A2-4A18-4482-B28C-40DC8B2DE693}">
      <dgm:prSet/>
      <dgm:spPr/>
      <dgm:t>
        <a:bodyPr/>
        <a:lstStyle/>
        <a:p>
          <a:endParaRPr lang="ru-RU"/>
        </a:p>
      </dgm:t>
    </dgm:pt>
    <dgm:pt modelId="{8EC1D8E5-914C-493A-935A-C651FB355776}" type="sibTrans" cxnId="{4CAAB4A2-4A18-4482-B28C-40DC8B2DE693}">
      <dgm:prSet/>
      <dgm:spPr/>
      <dgm:t>
        <a:bodyPr/>
        <a:lstStyle/>
        <a:p>
          <a:endParaRPr lang="ru-RU"/>
        </a:p>
      </dgm:t>
    </dgm:pt>
    <dgm:pt modelId="{A8255941-203C-41FA-8642-74F5E7ABFD5F}">
      <dgm:prSet phldrT="[Текст]"/>
      <dgm:spPr/>
      <dgm:t>
        <a:bodyPr/>
        <a:lstStyle/>
        <a:p>
          <a:r>
            <a:rPr lang="ru-RU" b="1" dirty="0" smtClean="0"/>
            <a:t>Помощники (советники)</a:t>
          </a:r>
          <a:endParaRPr lang="ru-RU" b="1" dirty="0"/>
        </a:p>
      </dgm:t>
    </dgm:pt>
    <dgm:pt modelId="{24C1B9D2-1C52-44A9-B946-F4F0EF1CFC6F}" type="parTrans" cxnId="{B83D0F14-4482-46FF-B6EB-5FADC2F2CFA3}">
      <dgm:prSet/>
      <dgm:spPr/>
      <dgm:t>
        <a:bodyPr/>
        <a:lstStyle/>
        <a:p>
          <a:endParaRPr lang="ru-RU"/>
        </a:p>
      </dgm:t>
    </dgm:pt>
    <dgm:pt modelId="{3CB6D185-A854-443F-9ABD-D513BDA1BCE1}" type="sibTrans" cxnId="{B83D0F14-4482-46FF-B6EB-5FADC2F2CFA3}">
      <dgm:prSet/>
      <dgm:spPr/>
      <dgm:t>
        <a:bodyPr/>
        <a:lstStyle/>
        <a:p>
          <a:endParaRPr lang="ru-RU"/>
        </a:p>
      </dgm:t>
    </dgm:pt>
    <dgm:pt modelId="{A2F4AD60-276B-4756-80E5-680D09D2BDC3}">
      <dgm:prSet phldrT="[Текст]" custT="1"/>
      <dgm:spPr/>
      <dgm:t>
        <a:bodyPr/>
        <a:lstStyle/>
        <a:p>
          <a:r>
            <a:rPr lang="ru-RU" sz="1400" b="1" dirty="0" smtClean="0"/>
            <a:t>Высшая</a:t>
          </a:r>
          <a:endParaRPr lang="ru-RU" sz="1400" b="1" dirty="0"/>
        </a:p>
      </dgm:t>
    </dgm:pt>
    <dgm:pt modelId="{464DAB4D-B5B1-45CF-93D5-B459C9716321}" type="parTrans" cxnId="{47718B40-3976-4977-9091-68EA9F9655A6}">
      <dgm:prSet/>
      <dgm:spPr/>
      <dgm:t>
        <a:bodyPr/>
        <a:lstStyle/>
        <a:p>
          <a:endParaRPr lang="ru-RU"/>
        </a:p>
      </dgm:t>
    </dgm:pt>
    <dgm:pt modelId="{C19FD565-D284-4DDA-BDFA-753A95D1403A}" type="sibTrans" cxnId="{47718B40-3976-4977-9091-68EA9F9655A6}">
      <dgm:prSet/>
      <dgm:spPr/>
      <dgm:t>
        <a:bodyPr/>
        <a:lstStyle/>
        <a:p>
          <a:endParaRPr lang="ru-RU"/>
        </a:p>
      </dgm:t>
    </dgm:pt>
    <dgm:pt modelId="{FB0979E9-BC42-40AD-B51F-DF7F2E31AB20}">
      <dgm:prSet custT="1"/>
      <dgm:spPr/>
      <dgm:t>
        <a:bodyPr/>
        <a:lstStyle/>
        <a:p>
          <a:r>
            <a:rPr lang="ru-RU" sz="1400" b="1" dirty="0" smtClean="0"/>
            <a:t>Главная</a:t>
          </a:r>
          <a:endParaRPr lang="ru-RU" sz="1400" b="1" dirty="0"/>
        </a:p>
      </dgm:t>
    </dgm:pt>
    <dgm:pt modelId="{53CEA076-2F62-41FF-BD1B-9DA798455B68}" type="parTrans" cxnId="{07D677FF-1694-4AD8-8810-B61630408DEA}">
      <dgm:prSet/>
      <dgm:spPr/>
      <dgm:t>
        <a:bodyPr/>
        <a:lstStyle/>
        <a:p>
          <a:endParaRPr lang="ru-RU"/>
        </a:p>
      </dgm:t>
    </dgm:pt>
    <dgm:pt modelId="{33DAD272-0DE5-45E2-BA12-11C4E6495DBE}" type="sibTrans" cxnId="{07D677FF-1694-4AD8-8810-B61630408DEA}">
      <dgm:prSet/>
      <dgm:spPr/>
      <dgm:t>
        <a:bodyPr/>
        <a:lstStyle/>
        <a:p>
          <a:endParaRPr lang="ru-RU"/>
        </a:p>
      </dgm:t>
    </dgm:pt>
    <dgm:pt modelId="{0FDC33CB-FD01-4C99-BEB7-9EF74C64D995}">
      <dgm:prSet custT="1"/>
      <dgm:spPr/>
      <dgm:t>
        <a:bodyPr/>
        <a:lstStyle/>
        <a:p>
          <a:r>
            <a:rPr lang="ru-RU" sz="1300" b="1" dirty="0" smtClean="0"/>
            <a:t>Ведущая</a:t>
          </a:r>
          <a:endParaRPr lang="ru-RU" sz="1300" b="1" dirty="0"/>
        </a:p>
      </dgm:t>
    </dgm:pt>
    <dgm:pt modelId="{2538306D-C1F1-41FD-9988-A3716406BCE8}" type="parTrans" cxnId="{D716E608-105E-42CC-BDDA-9D9B2D2DD0B7}">
      <dgm:prSet/>
      <dgm:spPr/>
      <dgm:t>
        <a:bodyPr/>
        <a:lstStyle/>
        <a:p>
          <a:endParaRPr lang="ru-RU"/>
        </a:p>
      </dgm:t>
    </dgm:pt>
    <dgm:pt modelId="{98F67F59-8B10-411D-B144-E10D0D0C382B}" type="sibTrans" cxnId="{D716E608-105E-42CC-BDDA-9D9B2D2DD0B7}">
      <dgm:prSet/>
      <dgm:spPr/>
      <dgm:t>
        <a:bodyPr/>
        <a:lstStyle/>
        <a:p>
          <a:endParaRPr lang="ru-RU"/>
        </a:p>
      </dgm:t>
    </dgm:pt>
    <dgm:pt modelId="{C1B93C72-2F00-4310-9414-CE4A9B84D1AD}">
      <dgm:prSet custT="1"/>
      <dgm:spPr/>
      <dgm:t>
        <a:bodyPr/>
        <a:lstStyle/>
        <a:p>
          <a:r>
            <a:rPr lang="ru-RU" sz="1400" b="1" dirty="0" smtClean="0"/>
            <a:t>Главная</a:t>
          </a:r>
          <a:endParaRPr lang="ru-RU" sz="1400" b="1" dirty="0"/>
        </a:p>
      </dgm:t>
    </dgm:pt>
    <dgm:pt modelId="{7577B950-62C9-4D30-8398-1A418D1E3A0B}" type="parTrans" cxnId="{4AC5A66A-C853-4CD5-A029-29F318E2240C}">
      <dgm:prSet/>
      <dgm:spPr/>
      <dgm:t>
        <a:bodyPr/>
        <a:lstStyle/>
        <a:p>
          <a:endParaRPr lang="ru-RU"/>
        </a:p>
      </dgm:t>
    </dgm:pt>
    <dgm:pt modelId="{7373A689-CB14-4737-97B3-DFE342E8A705}" type="sibTrans" cxnId="{4AC5A66A-C853-4CD5-A029-29F318E2240C}">
      <dgm:prSet/>
      <dgm:spPr/>
      <dgm:t>
        <a:bodyPr/>
        <a:lstStyle/>
        <a:p>
          <a:endParaRPr lang="ru-RU"/>
        </a:p>
      </dgm:t>
    </dgm:pt>
    <dgm:pt modelId="{97421736-9E2B-4413-B2A2-7746055C2C48}">
      <dgm:prSet custT="1"/>
      <dgm:spPr/>
      <dgm:t>
        <a:bodyPr/>
        <a:lstStyle/>
        <a:p>
          <a:r>
            <a:rPr lang="ru-RU" sz="1300" b="1" dirty="0" smtClean="0"/>
            <a:t>Ведущая</a:t>
          </a:r>
          <a:endParaRPr lang="ru-RU" sz="1300" b="1" dirty="0"/>
        </a:p>
      </dgm:t>
    </dgm:pt>
    <dgm:pt modelId="{59F8AF32-D554-450B-8552-C33EC307D2FA}" type="parTrans" cxnId="{57E696CC-6ECE-4D98-A0F8-1E7649AC0BE1}">
      <dgm:prSet/>
      <dgm:spPr/>
      <dgm:t>
        <a:bodyPr/>
        <a:lstStyle/>
        <a:p>
          <a:endParaRPr lang="ru-RU"/>
        </a:p>
      </dgm:t>
    </dgm:pt>
    <dgm:pt modelId="{99846F94-D00B-4C36-ADFA-AC66F2BE9BF5}" type="sibTrans" cxnId="{57E696CC-6ECE-4D98-A0F8-1E7649AC0BE1}">
      <dgm:prSet/>
      <dgm:spPr/>
      <dgm:t>
        <a:bodyPr/>
        <a:lstStyle/>
        <a:p>
          <a:endParaRPr lang="ru-RU"/>
        </a:p>
      </dgm:t>
    </dgm:pt>
    <dgm:pt modelId="{75D0DB65-E3AB-47FD-BE58-81C0259764E9}">
      <dgm:prSet phldrT="[Текст]"/>
      <dgm:spPr/>
      <dgm:t>
        <a:bodyPr/>
        <a:lstStyle/>
        <a:p>
          <a:r>
            <a:rPr lang="ru-RU" dirty="0" smtClean="0"/>
            <a:t> </a:t>
          </a:r>
        </a:p>
        <a:p>
          <a:endParaRPr lang="ru-RU" dirty="0"/>
        </a:p>
      </dgm:t>
    </dgm:pt>
    <dgm:pt modelId="{1293771E-5E7A-461D-B542-B64DEF5776BC}" type="sibTrans" cxnId="{17C853DC-152F-44E6-AF72-B3A92BD4B6F8}">
      <dgm:prSet/>
      <dgm:spPr/>
      <dgm:t>
        <a:bodyPr/>
        <a:lstStyle/>
        <a:p>
          <a:endParaRPr lang="ru-RU"/>
        </a:p>
      </dgm:t>
    </dgm:pt>
    <dgm:pt modelId="{854FC57A-290C-49AA-A4CE-4AB373E15B6A}" type="parTrans" cxnId="{17C853DC-152F-44E6-AF72-B3A92BD4B6F8}">
      <dgm:prSet/>
      <dgm:spPr/>
      <dgm:t>
        <a:bodyPr/>
        <a:lstStyle/>
        <a:p>
          <a:endParaRPr lang="ru-RU"/>
        </a:p>
      </dgm:t>
    </dgm:pt>
    <dgm:pt modelId="{3F27F1CE-14EE-4792-9719-719A0B64AF4A}">
      <dgm:prSet/>
      <dgm:spPr/>
      <dgm:t>
        <a:bodyPr/>
        <a:lstStyle/>
        <a:p>
          <a:endParaRPr lang="ru-RU"/>
        </a:p>
      </dgm:t>
    </dgm:pt>
    <dgm:pt modelId="{2CA8AC46-AC0D-4FE5-942E-9A842663DA46}" type="parTrans" cxnId="{5359247F-37AA-47C7-9ACD-27975BE2F9CE}">
      <dgm:prSet/>
      <dgm:spPr/>
      <dgm:t>
        <a:bodyPr/>
        <a:lstStyle/>
        <a:p>
          <a:endParaRPr lang="ru-RU"/>
        </a:p>
      </dgm:t>
    </dgm:pt>
    <dgm:pt modelId="{68077BE2-C199-4B88-90B1-ACE53C743E7D}" type="sibTrans" cxnId="{5359247F-37AA-47C7-9ACD-27975BE2F9CE}">
      <dgm:prSet/>
      <dgm:spPr/>
      <dgm:t>
        <a:bodyPr/>
        <a:lstStyle/>
        <a:p>
          <a:endParaRPr lang="ru-RU"/>
        </a:p>
      </dgm:t>
    </dgm:pt>
    <dgm:pt modelId="{1CD79AA5-1B3E-4E0E-AFF7-FC6FBBE2615E}">
      <dgm:prSet/>
      <dgm:spPr/>
      <dgm:t>
        <a:bodyPr/>
        <a:lstStyle/>
        <a:p>
          <a:endParaRPr lang="ru-RU"/>
        </a:p>
      </dgm:t>
    </dgm:pt>
    <dgm:pt modelId="{8A707B94-D052-4797-8EE9-4DF71D166E7E}" type="parTrans" cxnId="{1CC7C845-90A0-4AAD-9430-1CD6229DCDA5}">
      <dgm:prSet/>
      <dgm:spPr/>
      <dgm:t>
        <a:bodyPr/>
        <a:lstStyle/>
        <a:p>
          <a:endParaRPr lang="ru-RU"/>
        </a:p>
      </dgm:t>
    </dgm:pt>
    <dgm:pt modelId="{115BF7C6-6804-42C8-87C2-425C4E8AE272}" type="sibTrans" cxnId="{1CC7C845-90A0-4AAD-9430-1CD6229DCDA5}">
      <dgm:prSet/>
      <dgm:spPr/>
      <dgm:t>
        <a:bodyPr/>
        <a:lstStyle/>
        <a:p>
          <a:endParaRPr lang="ru-RU"/>
        </a:p>
      </dgm:t>
    </dgm:pt>
    <dgm:pt modelId="{C5A15141-2D39-4E9A-A8E4-40D537F2D4A5}">
      <dgm:prSet/>
      <dgm:spPr/>
      <dgm:t>
        <a:bodyPr/>
        <a:lstStyle/>
        <a:p>
          <a:endParaRPr lang="ru-RU"/>
        </a:p>
      </dgm:t>
    </dgm:pt>
    <dgm:pt modelId="{BE33CB01-3139-4B57-A4CE-C2B2FECAB746}" type="parTrans" cxnId="{79719A0E-ABE7-4ECD-8192-94295DB35493}">
      <dgm:prSet/>
      <dgm:spPr/>
      <dgm:t>
        <a:bodyPr/>
        <a:lstStyle/>
        <a:p>
          <a:endParaRPr lang="ru-RU"/>
        </a:p>
      </dgm:t>
    </dgm:pt>
    <dgm:pt modelId="{B41BEB15-29D1-4ADC-AC40-19677FB95278}" type="sibTrans" cxnId="{79719A0E-ABE7-4ECD-8192-94295DB35493}">
      <dgm:prSet/>
      <dgm:spPr/>
      <dgm:t>
        <a:bodyPr/>
        <a:lstStyle/>
        <a:p>
          <a:endParaRPr lang="ru-RU"/>
        </a:p>
      </dgm:t>
    </dgm:pt>
    <dgm:pt modelId="{741D0319-7EDD-4154-8E91-D60AD12C8860}">
      <dgm:prSet/>
      <dgm:spPr/>
      <dgm:t>
        <a:bodyPr/>
        <a:lstStyle/>
        <a:p>
          <a:endParaRPr lang="ru-RU"/>
        </a:p>
      </dgm:t>
    </dgm:pt>
    <dgm:pt modelId="{E8CE3FBD-7C34-4A98-A0FA-6535ED0D1E8A}" type="parTrans" cxnId="{7A61E5F4-DC34-4BF4-91CB-41670DEEFF2A}">
      <dgm:prSet/>
      <dgm:spPr/>
      <dgm:t>
        <a:bodyPr/>
        <a:lstStyle/>
        <a:p>
          <a:endParaRPr lang="ru-RU"/>
        </a:p>
      </dgm:t>
    </dgm:pt>
    <dgm:pt modelId="{B706BC31-7547-427E-9DAE-6E724F57B58F}" type="sibTrans" cxnId="{7A61E5F4-DC34-4BF4-91CB-41670DEEFF2A}">
      <dgm:prSet/>
      <dgm:spPr/>
      <dgm:t>
        <a:bodyPr/>
        <a:lstStyle/>
        <a:p>
          <a:endParaRPr lang="ru-RU"/>
        </a:p>
      </dgm:t>
    </dgm:pt>
    <dgm:pt modelId="{6D03678F-E9E6-42E8-98D9-70BAB7BA3AE1}" type="pres">
      <dgm:prSet presAssocID="{798BB03E-16A1-4ADC-8B58-63425D8A15D8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7862F0AA-9A5C-426F-8C3F-88BC2A0BFBA0}" type="pres">
      <dgm:prSet presAssocID="{48E48592-042D-45C9-908E-65EFFBB29A48}" presName="posSpace" presStyleCnt="0"/>
      <dgm:spPr/>
    </dgm:pt>
    <dgm:pt modelId="{7615C71D-EBD9-465E-9D42-780DCAA6F05D}" type="pres">
      <dgm:prSet presAssocID="{48E48592-042D-45C9-908E-65EFFBB29A48}" presName="vertFlow" presStyleCnt="0"/>
      <dgm:spPr/>
    </dgm:pt>
    <dgm:pt modelId="{51C43FEB-EAAF-452B-B9CB-267791BDDD2B}" type="pres">
      <dgm:prSet presAssocID="{48E48592-042D-45C9-908E-65EFFBB29A48}" presName="topSpace" presStyleCnt="0"/>
      <dgm:spPr/>
    </dgm:pt>
    <dgm:pt modelId="{A8BB168F-886A-4393-96DA-6A39D6BC4E2F}" type="pres">
      <dgm:prSet presAssocID="{48E48592-042D-45C9-908E-65EFFBB29A48}" presName="firstComp" presStyleCnt="0"/>
      <dgm:spPr/>
    </dgm:pt>
    <dgm:pt modelId="{06D5EC8D-8C79-4E69-880B-CAEA67BFECD0}" type="pres">
      <dgm:prSet presAssocID="{48E48592-042D-45C9-908E-65EFFBB29A48}" presName="firstChild" presStyleLbl="bgAccFollowNode1" presStyleIdx="0" presStyleCnt="12"/>
      <dgm:spPr/>
      <dgm:t>
        <a:bodyPr/>
        <a:lstStyle/>
        <a:p>
          <a:endParaRPr lang="ru-RU"/>
        </a:p>
      </dgm:t>
    </dgm:pt>
    <dgm:pt modelId="{9C0AA1E2-6C29-4A5A-B660-795473589645}" type="pres">
      <dgm:prSet presAssocID="{48E48592-042D-45C9-908E-65EFFBB29A48}" presName="firstChildTx" presStyleLbl="bgAccFollowNode1" presStyleIdx="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632E86-1FDB-4CCA-BC7B-4E5348A857F8}" type="pres">
      <dgm:prSet presAssocID="{1C8675AC-A30A-44FE-91E3-3CAE333EFF47}" presName="comp" presStyleCnt="0"/>
      <dgm:spPr/>
    </dgm:pt>
    <dgm:pt modelId="{01355268-B4EB-4177-A5C2-9F929D8D2CF9}" type="pres">
      <dgm:prSet presAssocID="{1C8675AC-A30A-44FE-91E3-3CAE333EFF47}" presName="child" presStyleLbl="bgAccFollowNode1" presStyleIdx="1" presStyleCnt="12"/>
      <dgm:spPr/>
      <dgm:t>
        <a:bodyPr/>
        <a:lstStyle/>
        <a:p>
          <a:endParaRPr lang="ru-RU"/>
        </a:p>
      </dgm:t>
    </dgm:pt>
    <dgm:pt modelId="{3E8093E4-374F-4BC3-BF6B-793655F62875}" type="pres">
      <dgm:prSet presAssocID="{1C8675AC-A30A-44FE-91E3-3CAE333EFF47}" presName="childTx" presStyleLbl="bgAccFollowNode1" presStyleIdx="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514FA5-6339-4D0E-8739-D82912820B6E}" type="pres">
      <dgm:prSet presAssocID="{FB0979E9-BC42-40AD-B51F-DF7F2E31AB20}" presName="comp" presStyleCnt="0"/>
      <dgm:spPr/>
    </dgm:pt>
    <dgm:pt modelId="{990B0A3F-2EAE-4558-B917-6712376FE3B9}" type="pres">
      <dgm:prSet presAssocID="{FB0979E9-BC42-40AD-B51F-DF7F2E31AB20}" presName="child" presStyleLbl="bgAccFollowNode1" presStyleIdx="2" presStyleCnt="12"/>
      <dgm:spPr/>
      <dgm:t>
        <a:bodyPr/>
        <a:lstStyle/>
        <a:p>
          <a:endParaRPr lang="ru-RU"/>
        </a:p>
      </dgm:t>
    </dgm:pt>
    <dgm:pt modelId="{4959E097-971E-42B8-8AC8-D12AECBF27F2}" type="pres">
      <dgm:prSet presAssocID="{FB0979E9-BC42-40AD-B51F-DF7F2E31AB20}" presName="childTx" presStyleLbl="bgAccFollowNode1" presStyleIdx="2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1B09F1-B6C0-4FC5-B164-A8E0774C6E2E}" type="pres">
      <dgm:prSet presAssocID="{0FDC33CB-FD01-4C99-BEB7-9EF74C64D995}" presName="comp" presStyleCnt="0"/>
      <dgm:spPr/>
    </dgm:pt>
    <dgm:pt modelId="{65D1467E-1E5B-40BC-871F-3CBCA6021459}" type="pres">
      <dgm:prSet presAssocID="{0FDC33CB-FD01-4C99-BEB7-9EF74C64D995}" presName="child" presStyleLbl="bgAccFollowNode1" presStyleIdx="3" presStyleCnt="12"/>
      <dgm:spPr/>
      <dgm:t>
        <a:bodyPr/>
        <a:lstStyle/>
        <a:p>
          <a:endParaRPr lang="ru-RU"/>
        </a:p>
      </dgm:t>
    </dgm:pt>
    <dgm:pt modelId="{FACD9273-2FDD-4738-BB71-4F40BD7D652A}" type="pres">
      <dgm:prSet presAssocID="{0FDC33CB-FD01-4C99-BEB7-9EF74C64D995}" presName="childTx" presStyleLbl="bgAccFollowNode1" presStyleIdx="3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BA1EF1-234E-4440-9D9D-F90592B7B63B}" type="pres">
      <dgm:prSet presAssocID="{3F27F1CE-14EE-4792-9719-719A0B64AF4A}" presName="comp" presStyleCnt="0"/>
      <dgm:spPr/>
    </dgm:pt>
    <dgm:pt modelId="{8A1C749A-ED0C-41DF-B402-F493E86582C4}" type="pres">
      <dgm:prSet presAssocID="{3F27F1CE-14EE-4792-9719-719A0B64AF4A}" presName="child" presStyleLbl="bgAccFollowNode1" presStyleIdx="4" presStyleCnt="12"/>
      <dgm:spPr/>
      <dgm:t>
        <a:bodyPr/>
        <a:lstStyle/>
        <a:p>
          <a:endParaRPr lang="ru-RU"/>
        </a:p>
      </dgm:t>
    </dgm:pt>
    <dgm:pt modelId="{30832FF2-989B-4475-9CAD-909BED5DF6D1}" type="pres">
      <dgm:prSet presAssocID="{3F27F1CE-14EE-4792-9719-719A0B64AF4A}" presName="childTx" presStyleLbl="bgAccFollowNode1" presStyleIdx="4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3D43B1-039C-4976-98C9-645805D69C25}" type="pres">
      <dgm:prSet presAssocID="{1CD79AA5-1B3E-4E0E-AFF7-FC6FBBE2615E}" presName="comp" presStyleCnt="0"/>
      <dgm:spPr/>
    </dgm:pt>
    <dgm:pt modelId="{9AFE3C3B-7AEB-4FFC-9744-4258EC0A9596}" type="pres">
      <dgm:prSet presAssocID="{1CD79AA5-1B3E-4E0E-AFF7-FC6FBBE2615E}" presName="child" presStyleLbl="bgAccFollowNode1" presStyleIdx="5" presStyleCnt="12"/>
      <dgm:spPr/>
      <dgm:t>
        <a:bodyPr/>
        <a:lstStyle/>
        <a:p>
          <a:endParaRPr lang="ru-RU"/>
        </a:p>
      </dgm:t>
    </dgm:pt>
    <dgm:pt modelId="{CB9197C6-8366-459A-92A2-A70341649FD7}" type="pres">
      <dgm:prSet presAssocID="{1CD79AA5-1B3E-4E0E-AFF7-FC6FBBE2615E}" presName="childTx" presStyleLbl="bgAccFollowNode1" presStyleIdx="5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FCB217-7D1E-4FE1-BA41-F3452452B6EF}" type="pres">
      <dgm:prSet presAssocID="{48E48592-042D-45C9-908E-65EFFBB29A48}" presName="negSpace" presStyleCnt="0"/>
      <dgm:spPr/>
    </dgm:pt>
    <dgm:pt modelId="{072A7099-913B-497C-B8DE-7E6AFEEBA22D}" type="pres">
      <dgm:prSet presAssocID="{48E48592-042D-45C9-908E-65EFFBB29A48}" presName="circle" presStyleLbl="node1" presStyleIdx="0" presStyleCnt="2" custScaleX="312765" custScaleY="167935"/>
      <dgm:spPr/>
      <dgm:t>
        <a:bodyPr/>
        <a:lstStyle/>
        <a:p>
          <a:endParaRPr lang="ru-RU"/>
        </a:p>
      </dgm:t>
    </dgm:pt>
    <dgm:pt modelId="{5F40FACF-30DA-445F-AB8F-97EFA28824CE}" type="pres">
      <dgm:prSet presAssocID="{75EAEACA-0F66-4F1D-9B94-E6C2F82158D2}" presName="transSpace" presStyleCnt="0"/>
      <dgm:spPr/>
    </dgm:pt>
    <dgm:pt modelId="{F35AFBAA-87D3-4FE0-9D62-B92C1A213970}" type="pres">
      <dgm:prSet presAssocID="{A8255941-203C-41FA-8642-74F5E7ABFD5F}" presName="posSpace" presStyleCnt="0"/>
      <dgm:spPr/>
    </dgm:pt>
    <dgm:pt modelId="{57F3DFA1-3BF4-4016-A240-2D951614EC0E}" type="pres">
      <dgm:prSet presAssocID="{A8255941-203C-41FA-8642-74F5E7ABFD5F}" presName="vertFlow" presStyleCnt="0"/>
      <dgm:spPr/>
    </dgm:pt>
    <dgm:pt modelId="{AF03F93D-5799-4843-95EB-251006C8326A}" type="pres">
      <dgm:prSet presAssocID="{A8255941-203C-41FA-8642-74F5E7ABFD5F}" presName="topSpace" presStyleCnt="0"/>
      <dgm:spPr/>
    </dgm:pt>
    <dgm:pt modelId="{1F1859DF-CB43-4681-9BA6-76D3A1587143}" type="pres">
      <dgm:prSet presAssocID="{A8255941-203C-41FA-8642-74F5E7ABFD5F}" presName="firstComp" presStyleCnt="0"/>
      <dgm:spPr/>
    </dgm:pt>
    <dgm:pt modelId="{D6C353DE-BB73-4626-ADEA-67B8171A9822}" type="pres">
      <dgm:prSet presAssocID="{A8255941-203C-41FA-8642-74F5E7ABFD5F}" presName="firstChild" presStyleLbl="bgAccFollowNode1" presStyleIdx="6" presStyleCnt="12"/>
      <dgm:spPr/>
      <dgm:t>
        <a:bodyPr/>
        <a:lstStyle/>
        <a:p>
          <a:endParaRPr lang="ru-RU"/>
        </a:p>
      </dgm:t>
    </dgm:pt>
    <dgm:pt modelId="{6ECDFC2F-7843-4BC0-8D88-3C265BBA8E7E}" type="pres">
      <dgm:prSet presAssocID="{A8255941-203C-41FA-8642-74F5E7ABFD5F}" presName="firstChildTx" presStyleLbl="bgAccFollowNode1" presStyleIdx="6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8D9288-7791-4444-A31C-D49EA0F45CEB}" type="pres">
      <dgm:prSet presAssocID="{A2F4AD60-276B-4756-80E5-680D09D2BDC3}" presName="comp" presStyleCnt="0"/>
      <dgm:spPr/>
    </dgm:pt>
    <dgm:pt modelId="{56010E03-0A5E-4A18-BDD5-4FAF5EED298B}" type="pres">
      <dgm:prSet presAssocID="{A2F4AD60-276B-4756-80E5-680D09D2BDC3}" presName="child" presStyleLbl="bgAccFollowNode1" presStyleIdx="7" presStyleCnt="12"/>
      <dgm:spPr/>
      <dgm:t>
        <a:bodyPr/>
        <a:lstStyle/>
        <a:p>
          <a:endParaRPr lang="ru-RU"/>
        </a:p>
      </dgm:t>
    </dgm:pt>
    <dgm:pt modelId="{265AE09C-F240-46FA-AC10-8BF29B5B6493}" type="pres">
      <dgm:prSet presAssocID="{A2F4AD60-276B-4756-80E5-680D09D2BDC3}" presName="childTx" presStyleLbl="bgAccFollowNode1" presStyleIdx="7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38A933-67DC-40FF-B365-B8C4F4A902C8}" type="pres">
      <dgm:prSet presAssocID="{C1B93C72-2F00-4310-9414-CE4A9B84D1AD}" presName="comp" presStyleCnt="0"/>
      <dgm:spPr/>
    </dgm:pt>
    <dgm:pt modelId="{E74D335C-00DA-479D-96CA-59BBAA76A789}" type="pres">
      <dgm:prSet presAssocID="{C1B93C72-2F00-4310-9414-CE4A9B84D1AD}" presName="child" presStyleLbl="bgAccFollowNode1" presStyleIdx="8" presStyleCnt="12"/>
      <dgm:spPr/>
      <dgm:t>
        <a:bodyPr/>
        <a:lstStyle/>
        <a:p>
          <a:endParaRPr lang="ru-RU"/>
        </a:p>
      </dgm:t>
    </dgm:pt>
    <dgm:pt modelId="{3AA09BDA-CAB9-48CF-A3C2-B98E463C6DEB}" type="pres">
      <dgm:prSet presAssocID="{C1B93C72-2F00-4310-9414-CE4A9B84D1AD}" presName="childTx" presStyleLbl="bgAccFollowNode1" presStyleIdx="8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A1536E-B91D-4F17-8998-2162A9AAA3EC}" type="pres">
      <dgm:prSet presAssocID="{97421736-9E2B-4413-B2A2-7746055C2C48}" presName="comp" presStyleCnt="0"/>
      <dgm:spPr/>
    </dgm:pt>
    <dgm:pt modelId="{5656E1E6-725E-4F08-B845-5E2826D8DC9C}" type="pres">
      <dgm:prSet presAssocID="{97421736-9E2B-4413-B2A2-7746055C2C48}" presName="child" presStyleLbl="bgAccFollowNode1" presStyleIdx="9" presStyleCnt="12"/>
      <dgm:spPr/>
      <dgm:t>
        <a:bodyPr/>
        <a:lstStyle/>
        <a:p>
          <a:endParaRPr lang="ru-RU"/>
        </a:p>
      </dgm:t>
    </dgm:pt>
    <dgm:pt modelId="{EAEBA5DD-9FBA-4DD4-9B76-2FA8BFC21EF9}" type="pres">
      <dgm:prSet presAssocID="{97421736-9E2B-4413-B2A2-7746055C2C48}" presName="childTx" presStyleLbl="bgAccFollowNode1" presStyleIdx="9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C57581-9DDC-4057-88BF-D1B3A612D9D6}" type="pres">
      <dgm:prSet presAssocID="{C5A15141-2D39-4E9A-A8E4-40D537F2D4A5}" presName="comp" presStyleCnt="0"/>
      <dgm:spPr/>
    </dgm:pt>
    <dgm:pt modelId="{787BA9C3-15D2-49E3-8F8D-6ECD2E7BA71F}" type="pres">
      <dgm:prSet presAssocID="{C5A15141-2D39-4E9A-A8E4-40D537F2D4A5}" presName="child" presStyleLbl="bgAccFollowNode1" presStyleIdx="10" presStyleCnt="12"/>
      <dgm:spPr/>
      <dgm:t>
        <a:bodyPr/>
        <a:lstStyle/>
        <a:p>
          <a:endParaRPr lang="ru-RU"/>
        </a:p>
      </dgm:t>
    </dgm:pt>
    <dgm:pt modelId="{79E0DFA7-474A-4AD8-8C38-A09E724B47A6}" type="pres">
      <dgm:prSet presAssocID="{C5A15141-2D39-4E9A-A8E4-40D537F2D4A5}" presName="childTx" presStyleLbl="bgAccFollowNode1" presStyleIdx="1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D28833-4B09-447C-AA6B-B1B62C47E8D5}" type="pres">
      <dgm:prSet presAssocID="{741D0319-7EDD-4154-8E91-D60AD12C8860}" presName="comp" presStyleCnt="0"/>
      <dgm:spPr/>
    </dgm:pt>
    <dgm:pt modelId="{26BC26A7-8DCF-4FB5-824C-7A76D547165F}" type="pres">
      <dgm:prSet presAssocID="{741D0319-7EDD-4154-8E91-D60AD12C8860}" presName="child" presStyleLbl="bgAccFollowNode1" presStyleIdx="11" presStyleCnt="12"/>
      <dgm:spPr/>
      <dgm:t>
        <a:bodyPr/>
        <a:lstStyle/>
        <a:p>
          <a:endParaRPr lang="ru-RU"/>
        </a:p>
      </dgm:t>
    </dgm:pt>
    <dgm:pt modelId="{01717520-BFE4-4729-88DC-5FF56EC9838B}" type="pres">
      <dgm:prSet presAssocID="{741D0319-7EDD-4154-8E91-D60AD12C8860}" presName="childTx" presStyleLbl="bgAccFollowNode1" presStyleIdx="1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06DE30-D9BE-4AEC-A89C-B6870ED5CD7C}" type="pres">
      <dgm:prSet presAssocID="{A8255941-203C-41FA-8642-74F5E7ABFD5F}" presName="negSpace" presStyleCnt="0"/>
      <dgm:spPr/>
    </dgm:pt>
    <dgm:pt modelId="{C6B5C4CF-7451-4A1D-AC53-026134F7F366}" type="pres">
      <dgm:prSet presAssocID="{A8255941-203C-41FA-8642-74F5E7ABFD5F}" presName="circle" presStyleLbl="node1" presStyleIdx="1" presStyleCnt="2" custScaleX="329258" custScaleY="167523" custLinFactNeighborX="-2082" custLinFactNeighborY="-206"/>
      <dgm:spPr/>
      <dgm:t>
        <a:bodyPr/>
        <a:lstStyle/>
        <a:p>
          <a:endParaRPr lang="ru-RU"/>
        </a:p>
      </dgm:t>
    </dgm:pt>
  </dgm:ptLst>
  <dgm:cxnLst>
    <dgm:cxn modelId="{4CAAB4A2-4A18-4482-B28C-40DC8B2DE693}" srcId="{48E48592-042D-45C9-908E-65EFFBB29A48}" destId="{1C8675AC-A30A-44FE-91E3-3CAE333EFF47}" srcOrd="1" destOrd="0" parTransId="{842E457D-A4C1-4DCF-9A61-AEFCFC9838F8}" sibTransId="{8EC1D8E5-914C-493A-935A-C651FB355776}"/>
    <dgm:cxn modelId="{3700927E-7FCF-4B88-9025-0385A6294974}" type="presOf" srcId="{0FDC33CB-FD01-4C99-BEB7-9EF74C64D995}" destId="{FACD9273-2FDD-4738-BB71-4F40BD7D652A}" srcOrd="1" destOrd="0" presId="urn:microsoft.com/office/officeart/2005/8/layout/hList9"/>
    <dgm:cxn modelId="{8C275F1F-A726-468C-9521-02D2F2529E1E}" type="presOf" srcId="{1CD79AA5-1B3E-4E0E-AFF7-FC6FBBE2615E}" destId="{CB9197C6-8366-459A-92A2-A70341649FD7}" srcOrd="1" destOrd="0" presId="urn:microsoft.com/office/officeart/2005/8/layout/hList9"/>
    <dgm:cxn modelId="{3E436168-DABF-47C8-AF8A-608788A172A3}" type="presOf" srcId="{3F27F1CE-14EE-4792-9719-719A0B64AF4A}" destId="{8A1C749A-ED0C-41DF-B402-F493E86582C4}" srcOrd="0" destOrd="0" presId="urn:microsoft.com/office/officeart/2005/8/layout/hList9"/>
    <dgm:cxn modelId="{F8BE31A6-1071-4DE2-A1E3-7890F5D945BE}" type="presOf" srcId="{A2F4AD60-276B-4756-80E5-680D09D2BDC3}" destId="{265AE09C-F240-46FA-AC10-8BF29B5B6493}" srcOrd="1" destOrd="0" presId="urn:microsoft.com/office/officeart/2005/8/layout/hList9"/>
    <dgm:cxn modelId="{AAB83F71-8354-47DA-9205-CF7DCACC596E}" srcId="{48E48592-042D-45C9-908E-65EFFBB29A48}" destId="{5C3C1BCD-5921-402B-B7A8-D677F48E4936}" srcOrd="0" destOrd="0" parTransId="{DB03A4B9-FD10-480A-8D35-00937C81F286}" sibTransId="{5D691C61-884E-4B6E-84ED-65C4880C082B}"/>
    <dgm:cxn modelId="{00E330D9-CACC-4135-B3F7-1EA3AA1C43A7}" type="presOf" srcId="{798BB03E-16A1-4ADC-8B58-63425D8A15D8}" destId="{6D03678F-E9E6-42E8-98D9-70BAB7BA3AE1}" srcOrd="0" destOrd="0" presId="urn:microsoft.com/office/officeart/2005/8/layout/hList9"/>
    <dgm:cxn modelId="{12781A88-9FB9-4AF4-B04C-A39F112A8C32}" type="presOf" srcId="{0FDC33CB-FD01-4C99-BEB7-9EF74C64D995}" destId="{65D1467E-1E5B-40BC-871F-3CBCA6021459}" srcOrd="0" destOrd="0" presId="urn:microsoft.com/office/officeart/2005/8/layout/hList9"/>
    <dgm:cxn modelId="{A523CF79-CB90-4DCA-929F-2F133C7F582D}" type="presOf" srcId="{75D0DB65-E3AB-47FD-BE58-81C0259764E9}" destId="{D6C353DE-BB73-4626-ADEA-67B8171A9822}" srcOrd="0" destOrd="0" presId="urn:microsoft.com/office/officeart/2005/8/layout/hList9"/>
    <dgm:cxn modelId="{79719A0E-ABE7-4ECD-8192-94295DB35493}" srcId="{A8255941-203C-41FA-8642-74F5E7ABFD5F}" destId="{C5A15141-2D39-4E9A-A8E4-40D537F2D4A5}" srcOrd="4" destOrd="0" parTransId="{BE33CB01-3139-4B57-A4CE-C2B2FECAB746}" sibTransId="{B41BEB15-29D1-4ADC-AC40-19677FB95278}"/>
    <dgm:cxn modelId="{3A5FCAD0-D896-45C8-B2AB-5B05CE953789}" type="presOf" srcId="{3F27F1CE-14EE-4792-9719-719A0B64AF4A}" destId="{30832FF2-989B-4475-9CAD-909BED5DF6D1}" srcOrd="1" destOrd="0" presId="urn:microsoft.com/office/officeart/2005/8/layout/hList9"/>
    <dgm:cxn modelId="{47718B40-3976-4977-9091-68EA9F9655A6}" srcId="{A8255941-203C-41FA-8642-74F5E7ABFD5F}" destId="{A2F4AD60-276B-4756-80E5-680D09D2BDC3}" srcOrd="1" destOrd="0" parTransId="{464DAB4D-B5B1-45CF-93D5-B459C9716321}" sibTransId="{C19FD565-D284-4DDA-BDFA-753A95D1403A}"/>
    <dgm:cxn modelId="{17C853DC-152F-44E6-AF72-B3A92BD4B6F8}" srcId="{A8255941-203C-41FA-8642-74F5E7ABFD5F}" destId="{75D0DB65-E3AB-47FD-BE58-81C0259764E9}" srcOrd="0" destOrd="0" parTransId="{854FC57A-290C-49AA-A4CE-4AB373E15B6A}" sibTransId="{1293771E-5E7A-461D-B542-B64DEF5776BC}"/>
    <dgm:cxn modelId="{EEB2ED5F-16D5-482D-9DB0-100617EEFBE6}" type="presOf" srcId="{C1B93C72-2F00-4310-9414-CE4A9B84D1AD}" destId="{3AA09BDA-CAB9-48CF-A3C2-B98E463C6DEB}" srcOrd="1" destOrd="0" presId="urn:microsoft.com/office/officeart/2005/8/layout/hList9"/>
    <dgm:cxn modelId="{4AC5A66A-C853-4CD5-A029-29F318E2240C}" srcId="{A8255941-203C-41FA-8642-74F5E7ABFD5F}" destId="{C1B93C72-2F00-4310-9414-CE4A9B84D1AD}" srcOrd="2" destOrd="0" parTransId="{7577B950-62C9-4D30-8398-1A418D1E3A0B}" sibTransId="{7373A689-CB14-4737-97B3-DFE342E8A705}"/>
    <dgm:cxn modelId="{57E696CC-6ECE-4D98-A0F8-1E7649AC0BE1}" srcId="{A8255941-203C-41FA-8642-74F5E7ABFD5F}" destId="{97421736-9E2B-4413-B2A2-7746055C2C48}" srcOrd="3" destOrd="0" parTransId="{59F8AF32-D554-450B-8552-C33EC307D2FA}" sibTransId="{99846F94-D00B-4C36-ADFA-AC66F2BE9BF5}"/>
    <dgm:cxn modelId="{A56080AB-33C5-4816-936C-E4CA124628F7}" type="presOf" srcId="{48E48592-042D-45C9-908E-65EFFBB29A48}" destId="{072A7099-913B-497C-B8DE-7E6AFEEBA22D}" srcOrd="0" destOrd="0" presId="urn:microsoft.com/office/officeart/2005/8/layout/hList9"/>
    <dgm:cxn modelId="{6C035CFE-1B93-4D0F-95F4-33FDB7B2EC37}" type="presOf" srcId="{C5A15141-2D39-4E9A-A8E4-40D537F2D4A5}" destId="{79E0DFA7-474A-4AD8-8C38-A09E724B47A6}" srcOrd="1" destOrd="0" presId="urn:microsoft.com/office/officeart/2005/8/layout/hList9"/>
    <dgm:cxn modelId="{1CC7C845-90A0-4AAD-9430-1CD6229DCDA5}" srcId="{48E48592-042D-45C9-908E-65EFFBB29A48}" destId="{1CD79AA5-1B3E-4E0E-AFF7-FC6FBBE2615E}" srcOrd="5" destOrd="0" parTransId="{8A707B94-D052-4797-8EE9-4DF71D166E7E}" sibTransId="{115BF7C6-6804-42C8-87C2-425C4E8AE272}"/>
    <dgm:cxn modelId="{BEC2A011-F5D9-4667-9542-1EC29C983073}" type="presOf" srcId="{C1B93C72-2F00-4310-9414-CE4A9B84D1AD}" destId="{E74D335C-00DA-479D-96CA-59BBAA76A789}" srcOrd="0" destOrd="0" presId="urn:microsoft.com/office/officeart/2005/8/layout/hList9"/>
    <dgm:cxn modelId="{B83D0F14-4482-46FF-B6EB-5FADC2F2CFA3}" srcId="{798BB03E-16A1-4ADC-8B58-63425D8A15D8}" destId="{A8255941-203C-41FA-8642-74F5E7ABFD5F}" srcOrd="1" destOrd="0" parTransId="{24C1B9D2-1C52-44A9-B946-F4F0EF1CFC6F}" sibTransId="{3CB6D185-A854-443F-9ABD-D513BDA1BCE1}"/>
    <dgm:cxn modelId="{827AB470-C6AD-4A95-810B-92AAB6BCEC20}" type="presOf" srcId="{C5A15141-2D39-4E9A-A8E4-40D537F2D4A5}" destId="{787BA9C3-15D2-49E3-8F8D-6ECD2E7BA71F}" srcOrd="0" destOrd="0" presId="urn:microsoft.com/office/officeart/2005/8/layout/hList9"/>
    <dgm:cxn modelId="{D716E608-105E-42CC-BDDA-9D9B2D2DD0B7}" srcId="{48E48592-042D-45C9-908E-65EFFBB29A48}" destId="{0FDC33CB-FD01-4C99-BEB7-9EF74C64D995}" srcOrd="3" destOrd="0" parTransId="{2538306D-C1F1-41FD-9988-A3716406BCE8}" sibTransId="{98F67F59-8B10-411D-B144-E10D0D0C382B}"/>
    <dgm:cxn modelId="{E990C2A4-8883-4F9C-9DD3-157EFED4D213}" type="presOf" srcId="{FB0979E9-BC42-40AD-B51F-DF7F2E31AB20}" destId="{4959E097-971E-42B8-8AC8-D12AECBF27F2}" srcOrd="1" destOrd="0" presId="urn:microsoft.com/office/officeart/2005/8/layout/hList9"/>
    <dgm:cxn modelId="{7A61E5F4-DC34-4BF4-91CB-41670DEEFF2A}" srcId="{A8255941-203C-41FA-8642-74F5E7ABFD5F}" destId="{741D0319-7EDD-4154-8E91-D60AD12C8860}" srcOrd="5" destOrd="0" parTransId="{E8CE3FBD-7C34-4A98-A0FA-6535ED0D1E8A}" sibTransId="{B706BC31-7547-427E-9DAE-6E724F57B58F}"/>
    <dgm:cxn modelId="{9CA4A422-DA92-42CB-9449-EFCA04094B50}" type="presOf" srcId="{5C3C1BCD-5921-402B-B7A8-D677F48E4936}" destId="{9C0AA1E2-6C29-4A5A-B660-795473589645}" srcOrd="1" destOrd="0" presId="urn:microsoft.com/office/officeart/2005/8/layout/hList9"/>
    <dgm:cxn modelId="{25F8C967-CED1-462B-8C26-CCBFAE0C9C1B}" type="presOf" srcId="{A2F4AD60-276B-4756-80E5-680D09D2BDC3}" destId="{56010E03-0A5E-4A18-BDD5-4FAF5EED298B}" srcOrd="0" destOrd="0" presId="urn:microsoft.com/office/officeart/2005/8/layout/hList9"/>
    <dgm:cxn modelId="{AD5D4A17-5FD2-4960-B02A-901F12026B7C}" type="presOf" srcId="{97421736-9E2B-4413-B2A2-7746055C2C48}" destId="{5656E1E6-725E-4F08-B845-5E2826D8DC9C}" srcOrd="0" destOrd="0" presId="urn:microsoft.com/office/officeart/2005/8/layout/hList9"/>
    <dgm:cxn modelId="{DC42743B-6C67-4CDC-8A18-4790B7B19888}" type="presOf" srcId="{5C3C1BCD-5921-402B-B7A8-D677F48E4936}" destId="{06D5EC8D-8C79-4E69-880B-CAEA67BFECD0}" srcOrd="0" destOrd="0" presId="urn:microsoft.com/office/officeart/2005/8/layout/hList9"/>
    <dgm:cxn modelId="{BEF6EFE7-010E-4B59-8E06-F909DDF6E015}" type="presOf" srcId="{75D0DB65-E3AB-47FD-BE58-81C0259764E9}" destId="{6ECDFC2F-7843-4BC0-8D88-3C265BBA8E7E}" srcOrd="1" destOrd="0" presId="urn:microsoft.com/office/officeart/2005/8/layout/hList9"/>
    <dgm:cxn modelId="{A9763CF4-7FB9-4D6A-9A3D-2996FA40F7C6}" type="presOf" srcId="{FB0979E9-BC42-40AD-B51F-DF7F2E31AB20}" destId="{990B0A3F-2EAE-4558-B917-6712376FE3B9}" srcOrd="0" destOrd="0" presId="urn:microsoft.com/office/officeart/2005/8/layout/hList9"/>
    <dgm:cxn modelId="{5359247F-37AA-47C7-9ACD-27975BE2F9CE}" srcId="{48E48592-042D-45C9-908E-65EFFBB29A48}" destId="{3F27F1CE-14EE-4792-9719-719A0B64AF4A}" srcOrd="4" destOrd="0" parTransId="{2CA8AC46-AC0D-4FE5-942E-9A842663DA46}" sibTransId="{68077BE2-C199-4B88-90B1-ACE53C743E7D}"/>
    <dgm:cxn modelId="{CEE80521-D015-487D-8883-E320E494B5D9}" type="presOf" srcId="{1CD79AA5-1B3E-4E0E-AFF7-FC6FBBE2615E}" destId="{9AFE3C3B-7AEB-4FFC-9744-4258EC0A9596}" srcOrd="0" destOrd="0" presId="urn:microsoft.com/office/officeart/2005/8/layout/hList9"/>
    <dgm:cxn modelId="{0D6C1B23-D9B3-4AD4-99C6-FA1E6749291C}" type="presOf" srcId="{97421736-9E2B-4413-B2A2-7746055C2C48}" destId="{EAEBA5DD-9FBA-4DD4-9B76-2FA8BFC21EF9}" srcOrd="1" destOrd="0" presId="urn:microsoft.com/office/officeart/2005/8/layout/hList9"/>
    <dgm:cxn modelId="{B2931560-0710-4642-95D0-3475F31B76D7}" type="presOf" srcId="{741D0319-7EDD-4154-8E91-D60AD12C8860}" destId="{01717520-BFE4-4729-88DC-5FF56EC9838B}" srcOrd="1" destOrd="0" presId="urn:microsoft.com/office/officeart/2005/8/layout/hList9"/>
    <dgm:cxn modelId="{452E9BF3-5C44-447A-8C47-C2E7A4CADB13}" type="presOf" srcId="{A8255941-203C-41FA-8642-74F5E7ABFD5F}" destId="{C6B5C4CF-7451-4A1D-AC53-026134F7F366}" srcOrd="0" destOrd="0" presId="urn:microsoft.com/office/officeart/2005/8/layout/hList9"/>
    <dgm:cxn modelId="{1EA2755D-528C-43CE-9CA8-06EC93D682F4}" type="presOf" srcId="{1C8675AC-A30A-44FE-91E3-3CAE333EFF47}" destId="{01355268-B4EB-4177-A5C2-9F929D8D2CF9}" srcOrd="0" destOrd="0" presId="urn:microsoft.com/office/officeart/2005/8/layout/hList9"/>
    <dgm:cxn modelId="{7564E6C9-F218-4F59-9177-2673399E49DC}" type="presOf" srcId="{1C8675AC-A30A-44FE-91E3-3CAE333EFF47}" destId="{3E8093E4-374F-4BC3-BF6B-793655F62875}" srcOrd="1" destOrd="0" presId="urn:microsoft.com/office/officeart/2005/8/layout/hList9"/>
    <dgm:cxn modelId="{1872EB9A-F675-42B7-B3D3-4749CEE4B22C}" type="presOf" srcId="{741D0319-7EDD-4154-8E91-D60AD12C8860}" destId="{26BC26A7-8DCF-4FB5-824C-7A76D547165F}" srcOrd="0" destOrd="0" presId="urn:microsoft.com/office/officeart/2005/8/layout/hList9"/>
    <dgm:cxn modelId="{98661E0D-AA85-4136-870D-8A7F8DE2C63B}" srcId="{798BB03E-16A1-4ADC-8B58-63425D8A15D8}" destId="{48E48592-042D-45C9-908E-65EFFBB29A48}" srcOrd="0" destOrd="0" parTransId="{76CB86EA-011D-4847-9BD7-3F2A8E52890F}" sibTransId="{75EAEACA-0F66-4F1D-9B94-E6C2F82158D2}"/>
    <dgm:cxn modelId="{07D677FF-1694-4AD8-8810-B61630408DEA}" srcId="{48E48592-042D-45C9-908E-65EFFBB29A48}" destId="{FB0979E9-BC42-40AD-B51F-DF7F2E31AB20}" srcOrd="2" destOrd="0" parTransId="{53CEA076-2F62-41FF-BD1B-9DA798455B68}" sibTransId="{33DAD272-0DE5-45E2-BA12-11C4E6495DBE}"/>
    <dgm:cxn modelId="{7B0BA6EA-DB50-4AEE-8ECA-F128A74345A7}" type="presParOf" srcId="{6D03678F-E9E6-42E8-98D9-70BAB7BA3AE1}" destId="{7862F0AA-9A5C-426F-8C3F-88BC2A0BFBA0}" srcOrd="0" destOrd="0" presId="urn:microsoft.com/office/officeart/2005/8/layout/hList9"/>
    <dgm:cxn modelId="{68F82E68-C071-4EA8-902B-181DEC4A2411}" type="presParOf" srcId="{6D03678F-E9E6-42E8-98D9-70BAB7BA3AE1}" destId="{7615C71D-EBD9-465E-9D42-780DCAA6F05D}" srcOrd="1" destOrd="0" presId="urn:microsoft.com/office/officeart/2005/8/layout/hList9"/>
    <dgm:cxn modelId="{F9E53C8C-A73C-4CBA-8CBD-B0FF520C0C8F}" type="presParOf" srcId="{7615C71D-EBD9-465E-9D42-780DCAA6F05D}" destId="{51C43FEB-EAAF-452B-B9CB-267791BDDD2B}" srcOrd="0" destOrd="0" presId="urn:microsoft.com/office/officeart/2005/8/layout/hList9"/>
    <dgm:cxn modelId="{CC2B2A76-468C-424C-9598-C241A4A776B6}" type="presParOf" srcId="{7615C71D-EBD9-465E-9D42-780DCAA6F05D}" destId="{A8BB168F-886A-4393-96DA-6A39D6BC4E2F}" srcOrd="1" destOrd="0" presId="urn:microsoft.com/office/officeart/2005/8/layout/hList9"/>
    <dgm:cxn modelId="{3FCD7D12-08CF-4EAA-A34C-940570E71C5F}" type="presParOf" srcId="{A8BB168F-886A-4393-96DA-6A39D6BC4E2F}" destId="{06D5EC8D-8C79-4E69-880B-CAEA67BFECD0}" srcOrd="0" destOrd="0" presId="urn:microsoft.com/office/officeart/2005/8/layout/hList9"/>
    <dgm:cxn modelId="{F151C845-3794-42F7-9CE3-3A26B153BA91}" type="presParOf" srcId="{A8BB168F-886A-4393-96DA-6A39D6BC4E2F}" destId="{9C0AA1E2-6C29-4A5A-B660-795473589645}" srcOrd="1" destOrd="0" presId="urn:microsoft.com/office/officeart/2005/8/layout/hList9"/>
    <dgm:cxn modelId="{F83DE0AB-B8B1-4CF8-9E84-DAD3CA82D9C0}" type="presParOf" srcId="{7615C71D-EBD9-465E-9D42-780DCAA6F05D}" destId="{6D632E86-1FDB-4CCA-BC7B-4E5348A857F8}" srcOrd="2" destOrd="0" presId="urn:microsoft.com/office/officeart/2005/8/layout/hList9"/>
    <dgm:cxn modelId="{CB0A16A4-8639-4895-91E1-97771220C80E}" type="presParOf" srcId="{6D632E86-1FDB-4CCA-BC7B-4E5348A857F8}" destId="{01355268-B4EB-4177-A5C2-9F929D8D2CF9}" srcOrd="0" destOrd="0" presId="urn:microsoft.com/office/officeart/2005/8/layout/hList9"/>
    <dgm:cxn modelId="{2C5A8CAB-AC6C-469F-B3D7-1555EB6BFA1A}" type="presParOf" srcId="{6D632E86-1FDB-4CCA-BC7B-4E5348A857F8}" destId="{3E8093E4-374F-4BC3-BF6B-793655F62875}" srcOrd="1" destOrd="0" presId="urn:microsoft.com/office/officeart/2005/8/layout/hList9"/>
    <dgm:cxn modelId="{215A343F-900F-4DB7-AD21-046DF2EDAED7}" type="presParOf" srcId="{7615C71D-EBD9-465E-9D42-780DCAA6F05D}" destId="{8A514FA5-6339-4D0E-8739-D82912820B6E}" srcOrd="3" destOrd="0" presId="urn:microsoft.com/office/officeart/2005/8/layout/hList9"/>
    <dgm:cxn modelId="{B8F1AA20-89E3-4678-A6C5-C733D84B343E}" type="presParOf" srcId="{8A514FA5-6339-4D0E-8739-D82912820B6E}" destId="{990B0A3F-2EAE-4558-B917-6712376FE3B9}" srcOrd="0" destOrd="0" presId="urn:microsoft.com/office/officeart/2005/8/layout/hList9"/>
    <dgm:cxn modelId="{294D1B0A-42A5-4AC0-8DF8-F180513662A0}" type="presParOf" srcId="{8A514FA5-6339-4D0E-8739-D82912820B6E}" destId="{4959E097-971E-42B8-8AC8-D12AECBF27F2}" srcOrd="1" destOrd="0" presId="urn:microsoft.com/office/officeart/2005/8/layout/hList9"/>
    <dgm:cxn modelId="{ACF871F8-615C-49FF-94DE-5DD181F10B7B}" type="presParOf" srcId="{7615C71D-EBD9-465E-9D42-780DCAA6F05D}" destId="{0B1B09F1-B6C0-4FC5-B164-A8E0774C6E2E}" srcOrd="4" destOrd="0" presId="urn:microsoft.com/office/officeart/2005/8/layout/hList9"/>
    <dgm:cxn modelId="{E4BF466E-871A-46E4-B835-C802CB3B5308}" type="presParOf" srcId="{0B1B09F1-B6C0-4FC5-B164-A8E0774C6E2E}" destId="{65D1467E-1E5B-40BC-871F-3CBCA6021459}" srcOrd="0" destOrd="0" presId="urn:microsoft.com/office/officeart/2005/8/layout/hList9"/>
    <dgm:cxn modelId="{33EEE95D-015C-4F09-A592-AF6310DA7045}" type="presParOf" srcId="{0B1B09F1-B6C0-4FC5-B164-A8E0774C6E2E}" destId="{FACD9273-2FDD-4738-BB71-4F40BD7D652A}" srcOrd="1" destOrd="0" presId="urn:microsoft.com/office/officeart/2005/8/layout/hList9"/>
    <dgm:cxn modelId="{48BFE5D9-74C5-4F73-8297-CE7B2C070CFD}" type="presParOf" srcId="{7615C71D-EBD9-465E-9D42-780DCAA6F05D}" destId="{0CBA1EF1-234E-4440-9D9D-F90592B7B63B}" srcOrd="5" destOrd="0" presId="urn:microsoft.com/office/officeart/2005/8/layout/hList9"/>
    <dgm:cxn modelId="{074B5D1A-DA1E-4242-A57E-9C026603B4DA}" type="presParOf" srcId="{0CBA1EF1-234E-4440-9D9D-F90592B7B63B}" destId="{8A1C749A-ED0C-41DF-B402-F493E86582C4}" srcOrd="0" destOrd="0" presId="urn:microsoft.com/office/officeart/2005/8/layout/hList9"/>
    <dgm:cxn modelId="{4AB1F5EF-9D3F-4877-B72F-CC8337FF747B}" type="presParOf" srcId="{0CBA1EF1-234E-4440-9D9D-F90592B7B63B}" destId="{30832FF2-989B-4475-9CAD-909BED5DF6D1}" srcOrd="1" destOrd="0" presId="urn:microsoft.com/office/officeart/2005/8/layout/hList9"/>
    <dgm:cxn modelId="{12D821B0-FDF9-4693-88D1-6B802AF26C87}" type="presParOf" srcId="{7615C71D-EBD9-465E-9D42-780DCAA6F05D}" destId="{983D43B1-039C-4976-98C9-645805D69C25}" srcOrd="6" destOrd="0" presId="urn:microsoft.com/office/officeart/2005/8/layout/hList9"/>
    <dgm:cxn modelId="{3DAFF55C-090F-4520-8D0B-76EE00C616D5}" type="presParOf" srcId="{983D43B1-039C-4976-98C9-645805D69C25}" destId="{9AFE3C3B-7AEB-4FFC-9744-4258EC0A9596}" srcOrd="0" destOrd="0" presId="urn:microsoft.com/office/officeart/2005/8/layout/hList9"/>
    <dgm:cxn modelId="{443ED608-AF3F-4144-864C-BC17C1CF8128}" type="presParOf" srcId="{983D43B1-039C-4976-98C9-645805D69C25}" destId="{CB9197C6-8366-459A-92A2-A70341649FD7}" srcOrd="1" destOrd="0" presId="urn:microsoft.com/office/officeart/2005/8/layout/hList9"/>
    <dgm:cxn modelId="{AD5E3A2B-B30D-48A4-9CB6-8211EEAE3E52}" type="presParOf" srcId="{6D03678F-E9E6-42E8-98D9-70BAB7BA3AE1}" destId="{58FCB217-7D1E-4FE1-BA41-F3452452B6EF}" srcOrd="2" destOrd="0" presId="urn:microsoft.com/office/officeart/2005/8/layout/hList9"/>
    <dgm:cxn modelId="{B73203AC-3B0D-43C8-AC0A-55ECC65C5DA3}" type="presParOf" srcId="{6D03678F-E9E6-42E8-98D9-70BAB7BA3AE1}" destId="{072A7099-913B-497C-B8DE-7E6AFEEBA22D}" srcOrd="3" destOrd="0" presId="urn:microsoft.com/office/officeart/2005/8/layout/hList9"/>
    <dgm:cxn modelId="{AFC509F3-715C-4816-B1EE-16A5DDC24E19}" type="presParOf" srcId="{6D03678F-E9E6-42E8-98D9-70BAB7BA3AE1}" destId="{5F40FACF-30DA-445F-AB8F-97EFA28824CE}" srcOrd="4" destOrd="0" presId="urn:microsoft.com/office/officeart/2005/8/layout/hList9"/>
    <dgm:cxn modelId="{4EB90B56-6C46-48C8-9276-3D2678F10C3C}" type="presParOf" srcId="{6D03678F-E9E6-42E8-98D9-70BAB7BA3AE1}" destId="{F35AFBAA-87D3-4FE0-9D62-B92C1A213970}" srcOrd="5" destOrd="0" presId="urn:microsoft.com/office/officeart/2005/8/layout/hList9"/>
    <dgm:cxn modelId="{BCE812AF-05B1-4B17-A026-4866F64FFF38}" type="presParOf" srcId="{6D03678F-E9E6-42E8-98D9-70BAB7BA3AE1}" destId="{57F3DFA1-3BF4-4016-A240-2D951614EC0E}" srcOrd="6" destOrd="0" presId="urn:microsoft.com/office/officeart/2005/8/layout/hList9"/>
    <dgm:cxn modelId="{342A1E7B-F2EE-4E3A-8555-E22210512F4F}" type="presParOf" srcId="{57F3DFA1-3BF4-4016-A240-2D951614EC0E}" destId="{AF03F93D-5799-4843-95EB-251006C8326A}" srcOrd="0" destOrd="0" presId="urn:microsoft.com/office/officeart/2005/8/layout/hList9"/>
    <dgm:cxn modelId="{267AFF5A-D261-49F5-9169-385D630BFC2C}" type="presParOf" srcId="{57F3DFA1-3BF4-4016-A240-2D951614EC0E}" destId="{1F1859DF-CB43-4681-9BA6-76D3A1587143}" srcOrd="1" destOrd="0" presId="urn:microsoft.com/office/officeart/2005/8/layout/hList9"/>
    <dgm:cxn modelId="{BFE22E04-DC74-4134-B132-E2F1D21EE0C8}" type="presParOf" srcId="{1F1859DF-CB43-4681-9BA6-76D3A1587143}" destId="{D6C353DE-BB73-4626-ADEA-67B8171A9822}" srcOrd="0" destOrd="0" presId="urn:microsoft.com/office/officeart/2005/8/layout/hList9"/>
    <dgm:cxn modelId="{DBEDAC4F-6E4F-4C7F-A6BC-A8305B144214}" type="presParOf" srcId="{1F1859DF-CB43-4681-9BA6-76D3A1587143}" destId="{6ECDFC2F-7843-4BC0-8D88-3C265BBA8E7E}" srcOrd="1" destOrd="0" presId="urn:microsoft.com/office/officeart/2005/8/layout/hList9"/>
    <dgm:cxn modelId="{830FBD4C-EAE3-421D-BE94-926BA53DFE22}" type="presParOf" srcId="{57F3DFA1-3BF4-4016-A240-2D951614EC0E}" destId="{4C8D9288-7791-4444-A31C-D49EA0F45CEB}" srcOrd="2" destOrd="0" presId="urn:microsoft.com/office/officeart/2005/8/layout/hList9"/>
    <dgm:cxn modelId="{93538CCB-5BBC-4158-AA22-32A07CB994B7}" type="presParOf" srcId="{4C8D9288-7791-4444-A31C-D49EA0F45CEB}" destId="{56010E03-0A5E-4A18-BDD5-4FAF5EED298B}" srcOrd="0" destOrd="0" presId="urn:microsoft.com/office/officeart/2005/8/layout/hList9"/>
    <dgm:cxn modelId="{AD001258-CE6B-4A32-97B8-31AA523263DF}" type="presParOf" srcId="{4C8D9288-7791-4444-A31C-D49EA0F45CEB}" destId="{265AE09C-F240-46FA-AC10-8BF29B5B6493}" srcOrd="1" destOrd="0" presId="urn:microsoft.com/office/officeart/2005/8/layout/hList9"/>
    <dgm:cxn modelId="{A952B332-D465-49C2-9602-6F7E53DC0604}" type="presParOf" srcId="{57F3DFA1-3BF4-4016-A240-2D951614EC0E}" destId="{9038A933-67DC-40FF-B365-B8C4F4A902C8}" srcOrd="3" destOrd="0" presId="urn:microsoft.com/office/officeart/2005/8/layout/hList9"/>
    <dgm:cxn modelId="{B602EDF9-D4B1-472C-8EA4-8808FF3C08B1}" type="presParOf" srcId="{9038A933-67DC-40FF-B365-B8C4F4A902C8}" destId="{E74D335C-00DA-479D-96CA-59BBAA76A789}" srcOrd="0" destOrd="0" presId="urn:microsoft.com/office/officeart/2005/8/layout/hList9"/>
    <dgm:cxn modelId="{15CF55B8-2EFF-4A31-82D9-E813ABF7B3E1}" type="presParOf" srcId="{9038A933-67DC-40FF-B365-B8C4F4A902C8}" destId="{3AA09BDA-CAB9-48CF-A3C2-B98E463C6DEB}" srcOrd="1" destOrd="0" presId="urn:microsoft.com/office/officeart/2005/8/layout/hList9"/>
    <dgm:cxn modelId="{1FDCD45C-CFCD-4FD8-A77F-1CE0B26A232F}" type="presParOf" srcId="{57F3DFA1-3BF4-4016-A240-2D951614EC0E}" destId="{3EA1536E-B91D-4F17-8998-2162A9AAA3EC}" srcOrd="4" destOrd="0" presId="urn:microsoft.com/office/officeart/2005/8/layout/hList9"/>
    <dgm:cxn modelId="{F3B1ADEA-40DA-4DB6-B0F2-2C099FA648A0}" type="presParOf" srcId="{3EA1536E-B91D-4F17-8998-2162A9AAA3EC}" destId="{5656E1E6-725E-4F08-B845-5E2826D8DC9C}" srcOrd="0" destOrd="0" presId="urn:microsoft.com/office/officeart/2005/8/layout/hList9"/>
    <dgm:cxn modelId="{1F4D9004-DAA1-4375-9A92-641444FF9C35}" type="presParOf" srcId="{3EA1536E-B91D-4F17-8998-2162A9AAA3EC}" destId="{EAEBA5DD-9FBA-4DD4-9B76-2FA8BFC21EF9}" srcOrd="1" destOrd="0" presId="urn:microsoft.com/office/officeart/2005/8/layout/hList9"/>
    <dgm:cxn modelId="{90EB6D3D-FE55-4077-A307-718BEED13F9F}" type="presParOf" srcId="{57F3DFA1-3BF4-4016-A240-2D951614EC0E}" destId="{D9C57581-9DDC-4057-88BF-D1B3A612D9D6}" srcOrd="5" destOrd="0" presId="urn:microsoft.com/office/officeart/2005/8/layout/hList9"/>
    <dgm:cxn modelId="{5770304B-6383-4A99-93DD-0E0A43274E6C}" type="presParOf" srcId="{D9C57581-9DDC-4057-88BF-D1B3A612D9D6}" destId="{787BA9C3-15D2-49E3-8F8D-6ECD2E7BA71F}" srcOrd="0" destOrd="0" presId="urn:microsoft.com/office/officeart/2005/8/layout/hList9"/>
    <dgm:cxn modelId="{4E226F05-C435-4950-BA87-041FD5EBE57E}" type="presParOf" srcId="{D9C57581-9DDC-4057-88BF-D1B3A612D9D6}" destId="{79E0DFA7-474A-4AD8-8C38-A09E724B47A6}" srcOrd="1" destOrd="0" presId="urn:microsoft.com/office/officeart/2005/8/layout/hList9"/>
    <dgm:cxn modelId="{5DBBA49D-3C65-4C02-A043-5D6C5BE4305C}" type="presParOf" srcId="{57F3DFA1-3BF4-4016-A240-2D951614EC0E}" destId="{F9D28833-4B09-447C-AA6B-B1B62C47E8D5}" srcOrd="6" destOrd="0" presId="urn:microsoft.com/office/officeart/2005/8/layout/hList9"/>
    <dgm:cxn modelId="{9406A0C2-1B73-488D-8E5D-B5D62DED7B2D}" type="presParOf" srcId="{F9D28833-4B09-447C-AA6B-B1B62C47E8D5}" destId="{26BC26A7-8DCF-4FB5-824C-7A76D547165F}" srcOrd="0" destOrd="0" presId="urn:microsoft.com/office/officeart/2005/8/layout/hList9"/>
    <dgm:cxn modelId="{B7775034-5383-4539-9D46-1B1A618C23CE}" type="presParOf" srcId="{F9D28833-4B09-447C-AA6B-B1B62C47E8D5}" destId="{01717520-BFE4-4729-88DC-5FF56EC9838B}" srcOrd="1" destOrd="0" presId="urn:microsoft.com/office/officeart/2005/8/layout/hList9"/>
    <dgm:cxn modelId="{30D107F4-E9D5-465D-AC56-51EC9A82E166}" type="presParOf" srcId="{6D03678F-E9E6-42E8-98D9-70BAB7BA3AE1}" destId="{F306DE30-D9BE-4AEC-A89C-B6870ED5CD7C}" srcOrd="7" destOrd="0" presId="urn:microsoft.com/office/officeart/2005/8/layout/hList9"/>
    <dgm:cxn modelId="{0E5FA419-0595-4098-B7AF-8D93B5A69A21}" type="presParOf" srcId="{6D03678F-E9E6-42E8-98D9-70BAB7BA3AE1}" destId="{C6B5C4CF-7451-4A1D-AC53-026134F7F366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8BB03E-16A1-4ADC-8B58-63425D8A15D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E48592-042D-45C9-908E-65EFFBB29A48}">
      <dgm:prSet phldrT="[Текст]"/>
      <dgm:spPr/>
      <dgm:t>
        <a:bodyPr/>
        <a:lstStyle/>
        <a:p>
          <a:r>
            <a:rPr lang="ru-RU" b="1" dirty="0" smtClean="0"/>
            <a:t>Специалисты</a:t>
          </a:r>
          <a:endParaRPr lang="ru-RU" b="1" dirty="0"/>
        </a:p>
      </dgm:t>
    </dgm:pt>
    <dgm:pt modelId="{76CB86EA-011D-4847-9BD7-3F2A8E52890F}" type="parTrans" cxnId="{98661E0D-AA85-4136-870D-8A7F8DE2C63B}">
      <dgm:prSet/>
      <dgm:spPr/>
      <dgm:t>
        <a:bodyPr/>
        <a:lstStyle/>
        <a:p>
          <a:endParaRPr lang="ru-RU"/>
        </a:p>
      </dgm:t>
    </dgm:pt>
    <dgm:pt modelId="{75EAEACA-0F66-4F1D-9B94-E6C2F82158D2}" type="sibTrans" cxnId="{98661E0D-AA85-4136-870D-8A7F8DE2C63B}">
      <dgm:prSet/>
      <dgm:spPr/>
      <dgm:t>
        <a:bodyPr/>
        <a:lstStyle/>
        <a:p>
          <a:endParaRPr lang="ru-RU"/>
        </a:p>
      </dgm:t>
    </dgm:pt>
    <dgm:pt modelId="{5C3C1BCD-5921-402B-B7A8-D677F48E4936}">
      <dgm:prSet phldrT="[Текст]"/>
      <dgm:spPr/>
      <dgm:t>
        <a:bodyPr/>
        <a:lstStyle/>
        <a:p>
          <a:endParaRPr lang="ru-RU" dirty="0"/>
        </a:p>
      </dgm:t>
    </dgm:pt>
    <dgm:pt modelId="{DB03A4B9-FD10-480A-8D35-00937C81F286}" type="parTrans" cxnId="{AAB83F71-8354-47DA-9205-CF7DCACC596E}">
      <dgm:prSet/>
      <dgm:spPr/>
      <dgm:t>
        <a:bodyPr/>
        <a:lstStyle/>
        <a:p>
          <a:endParaRPr lang="ru-RU"/>
        </a:p>
      </dgm:t>
    </dgm:pt>
    <dgm:pt modelId="{5D691C61-884E-4B6E-84ED-65C4880C082B}" type="sibTrans" cxnId="{AAB83F71-8354-47DA-9205-CF7DCACC596E}">
      <dgm:prSet/>
      <dgm:spPr/>
      <dgm:t>
        <a:bodyPr/>
        <a:lstStyle/>
        <a:p>
          <a:endParaRPr lang="ru-RU"/>
        </a:p>
      </dgm:t>
    </dgm:pt>
    <dgm:pt modelId="{1C8675AC-A30A-44FE-91E3-3CAE333EFF47}">
      <dgm:prSet phldrT="[Текст]" custT="1"/>
      <dgm:spPr/>
      <dgm:t>
        <a:bodyPr/>
        <a:lstStyle/>
        <a:p>
          <a:r>
            <a:rPr lang="ru-RU" sz="1600" b="1" dirty="0" smtClean="0"/>
            <a:t>Высшая</a:t>
          </a:r>
          <a:endParaRPr lang="ru-RU" sz="1600" b="1" dirty="0"/>
        </a:p>
      </dgm:t>
    </dgm:pt>
    <dgm:pt modelId="{842E457D-A4C1-4DCF-9A61-AEFCFC9838F8}" type="parTrans" cxnId="{4CAAB4A2-4A18-4482-B28C-40DC8B2DE693}">
      <dgm:prSet/>
      <dgm:spPr/>
      <dgm:t>
        <a:bodyPr/>
        <a:lstStyle/>
        <a:p>
          <a:endParaRPr lang="ru-RU"/>
        </a:p>
      </dgm:t>
    </dgm:pt>
    <dgm:pt modelId="{8EC1D8E5-914C-493A-935A-C651FB355776}" type="sibTrans" cxnId="{4CAAB4A2-4A18-4482-B28C-40DC8B2DE693}">
      <dgm:prSet/>
      <dgm:spPr/>
      <dgm:t>
        <a:bodyPr/>
        <a:lstStyle/>
        <a:p>
          <a:endParaRPr lang="ru-RU"/>
        </a:p>
      </dgm:t>
    </dgm:pt>
    <dgm:pt modelId="{FB0979E9-BC42-40AD-B51F-DF7F2E31AB20}">
      <dgm:prSet custT="1"/>
      <dgm:spPr/>
      <dgm:t>
        <a:bodyPr/>
        <a:lstStyle/>
        <a:p>
          <a:r>
            <a:rPr lang="ru-RU" sz="1600" b="1" dirty="0" smtClean="0"/>
            <a:t>Главная</a:t>
          </a:r>
          <a:endParaRPr lang="ru-RU" sz="1600" b="1" dirty="0"/>
        </a:p>
      </dgm:t>
    </dgm:pt>
    <dgm:pt modelId="{53CEA076-2F62-41FF-BD1B-9DA798455B68}" type="parTrans" cxnId="{07D677FF-1694-4AD8-8810-B61630408DEA}">
      <dgm:prSet/>
      <dgm:spPr/>
      <dgm:t>
        <a:bodyPr/>
        <a:lstStyle/>
        <a:p>
          <a:endParaRPr lang="ru-RU"/>
        </a:p>
      </dgm:t>
    </dgm:pt>
    <dgm:pt modelId="{33DAD272-0DE5-45E2-BA12-11C4E6495DBE}" type="sibTrans" cxnId="{07D677FF-1694-4AD8-8810-B61630408DEA}">
      <dgm:prSet/>
      <dgm:spPr/>
      <dgm:t>
        <a:bodyPr/>
        <a:lstStyle/>
        <a:p>
          <a:endParaRPr lang="ru-RU"/>
        </a:p>
      </dgm:t>
    </dgm:pt>
    <dgm:pt modelId="{0FDC33CB-FD01-4C99-BEB7-9EF74C64D995}">
      <dgm:prSet custT="1"/>
      <dgm:spPr/>
      <dgm:t>
        <a:bodyPr/>
        <a:lstStyle/>
        <a:p>
          <a:r>
            <a:rPr lang="ru-RU" sz="1600" b="1" dirty="0" smtClean="0"/>
            <a:t>Ведущая</a:t>
          </a:r>
          <a:endParaRPr lang="ru-RU" sz="1600" b="1" dirty="0"/>
        </a:p>
      </dgm:t>
    </dgm:pt>
    <dgm:pt modelId="{2538306D-C1F1-41FD-9988-A3716406BCE8}" type="parTrans" cxnId="{D716E608-105E-42CC-BDDA-9D9B2D2DD0B7}">
      <dgm:prSet/>
      <dgm:spPr/>
      <dgm:t>
        <a:bodyPr/>
        <a:lstStyle/>
        <a:p>
          <a:endParaRPr lang="ru-RU"/>
        </a:p>
      </dgm:t>
    </dgm:pt>
    <dgm:pt modelId="{98F67F59-8B10-411D-B144-E10D0D0C382B}" type="sibTrans" cxnId="{D716E608-105E-42CC-BDDA-9D9B2D2DD0B7}">
      <dgm:prSet/>
      <dgm:spPr/>
      <dgm:t>
        <a:bodyPr/>
        <a:lstStyle/>
        <a:p>
          <a:endParaRPr lang="ru-RU"/>
        </a:p>
      </dgm:t>
    </dgm:pt>
    <dgm:pt modelId="{3F27F1CE-14EE-4792-9719-719A0B64AF4A}">
      <dgm:prSet custT="1"/>
      <dgm:spPr/>
      <dgm:t>
        <a:bodyPr/>
        <a:lstStyle/>
        <a:p>
          <a:r>
            <a:rPr lang="ru-RU" sz="1600" b="1" dirty="0" smtClean="0"/>
            <a:t>Старшая</a:t>
          </a:r>
        </a:p>
      </dgm:t>
    </dgm:pt>
    <dgm:pt modelId="{2CA8AC46-AC0D-4FE5-942E-9A842663DA46}" type="parTrans" cxnId="{5359247F-37AA-47C7-9ACD-27975BE2F9CE}">
      <dgm:prSet/>
      <dgm:spPr/>
      <dgm:t>
        <a:bodyPr/>
        <a:lstStyle/>
        <a:p>
          <a:endParaRPr lang="ru-RU"/>
        </a:p>
      </dgm:t>
    </dgm:pt>
    <dgm:pt modelId="{68077BE2-C199-4B88-90B1-ACE53C743E7D}" type="sibTrans" cxnId="{5359247F-37AA-47C7-9ACD-27975BE2F9CE}">
      <dgm:prSet/>
      <dgm:spPr/>
      <dgm:t>
        <a:bodyPr/>
        <a:lstStyle/>
        <a:p>
          <a:endParaRPr lang="ru-RU"/>
        </a:p>
      </dgm:t>
    </dgm:pt>
    <dgm:pt modelId="{1CD79AA5-1B3E-4E0E-AFF7-FC6FBBE2615E}">
      <dgm:prSet/>
      <dgm:spPr/>
      <dgm:t>
        <a:bodyPr/>
        <a:lstStyle/>
        <a:p>
          <a:endParaRPr lang="ru-RU" dirty="0"/>
        </a:p>
      </dgm:t>
    </dgm:pt>
    <dgm:pt modelId="{8A707B94-D052-4797-8EE9-4DF71D166E7E}" type="parTrans" cxnId="{1CC7C845-90A0-4AAD-9430-1CD6229DCDA5}">
      <dgm:prSet/>
      <dgm:spPr/>
      <dgm:t>
        <a:bodyPr/>
        <a:lstStyle/>
        <a:p>
          <a:endParaRPr lang="ru-RU"/>
        </a:p>
      </dgm:t>
    </dgm:pt>
    <dgm:pt modelId="{115BF7C6-6804-42C8-87C2-425C4E8AE272}" type="sibTrans" cxnId="{1CC7C845-90A0-4AAD-9430-1CD6229DCDA5}">
      <dgm:prSet/>
      <dgm:spPr/>
      <dgm:t>
        <a:bodyPr/>
        <a:lstStyle/>
        <a:p>
          <a:endParaRPr lang="ru-RU"/>
        </a:p>
      </dgm:t>
    </dgm:pt>
    <dgm:pt modelId="{6D03678F-E9E6-42E8-98D9-70BAB7BA3AE1}" type="pres">
      <dgm:prSet presAssocID="{798BB03E-16A1-4ADC-8B58-63425D8A15D8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7862F0AA-9A5C-426F-8C3F-88BC2A0BFBA0}" type="pres">
      <dgm:prSet presAssocID="{48E48592-042D-45C9-908E-65EFFBB29A48}" presName="posSpace" presStyleCnt="0"/>
      <dgm:spPr/>
    </dgm:pt>
    <dgm:pt modelId="{7615C71D-EBD9-465E-9D42-780DCAA6F05D}" type="pres">
      <dgm:prSet presAssocID="{48E48592-042D-45C9-908E-65EFFBB29A48}" presName="vertFlow" presStyleCnt="0"/>
      <dgm:spPr/>
    </dgm:pt>
    <dgm:pt modelId="{51C43FEB-EAAF-452B-B9CB-267791BDDD2B}" type="pres">
      <dgm:prSet presAssocID="{48E48592-042D-45C9-908E-65EFFBB29A48}" presName="topSpace" presStyleCnt="0"/>
      <dgm:spPr/>
    </dgm:pt>
    <dgm:pt modelId="{A8BB168F-886A-4393-96DA-6A39D6BC4E2F}" type="pres">
      <dgm:prSet presAssocID="{48E48592-042D-45C9-908E-65EFFBB29A48}" presName="firstComp" presStyleCnt="0"/>
      <dgm:spPr/>
    </dgm:pt>
    <dgm:pt modelId="{06D5EC8D-8C79-4E69-880B-CAEA67BFECD0}" type="pres">
      <dgm:prSet presAssocID="{48E48592-042D-45C9-908E-65EFFBB29A48}" presName="firstChild" presStyleLbl="bgAccFollowNode1" presStyleIdx="0" presStyleCnt="6"/>
      <dgm:spPr/>
      <dgm:t>
        <a:bodyPr/>
        <a:lstStyle/>
        <a:p>
          <a:endParaRPr lang="ru-RU"/>
        </a:p>
      </dgm:t>
    </dgm:pt>
    <dgm:pt modelId="{9C0AA1E2-6C29-4A5A-B660-795473589645}" type="pres">
      <dgm:prSet presAssocID="{48E48592-042D-45C9-908E-65EFFBB29A48}" presName="firstChildTx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632E86-1FDB-4CCA-BC7B-4E5348A857F8}" type="pres">
      <dgm:prSet presAssocID="{1C8675AC-A30A-44FE-91E3-3CAE333EFF47}" presName="comp" presStyleCnt="0"/>
      <dgm:spPr/>
    </dgm:pt>
    <dgm:pt modelId="{01355268-B4EB-4177-A5C2-9F929D8D2CF9}" type="pres">
      <dgm:prSet presAssocID="{1C8675AC-A30A-44FE-91E3-3CAE333EFF47}" presName="child" presStyleLbl="bgAccFollowNode1" presStyleIdx="1" presStyleCnt="6"/>
      <dgm:spPr/>
      <dgm:t>
        <a:bodyPr/>
        <a:lstStyle/>
        <a:p>
          <a:endParaRPr lang="ru-RU"/>
        </a:p>
      </dgm:t>
    </dgm:pt>
    <dgm:pt modelId="{3E8093E4-374F-4BC3-BF6B-793655F62875}" type="pres">
      <dgm:prSet presAssocID="{1C8675AC-A30A-44FE-91E3-3CAE333EFF47}" presName="childTx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514FA5-6339-4D0E-8739-D82912820B6E}" type="pres">
      <dgm:prSet presAssocID="{FB0979E9-BC42-40AD-B51F-DF7F2E31AB20}" presName="comp" presStyleCnt="0"/>
      <dgm:spPr/>
    </dgm:pt>
    <dgm:pt modelId="{990B0A3F-2EAE-4558-B917-6712376FE3B9}" type="pres">
      <dgm:prSet presAssocID="{FB0979E9-BC42-40AD-B51F-DF7F2E31AB20}" presName="child" presStyleLbl="bgAccFollowNode1" presStyleIdx="2" presStyleCnt="6"/>
      <dgm:spPr/>
      <dgm:t>
        <a:bodyPr/>
        <a:lstStyle/>
        <a:p>
          <a:endParaRPr lang="ru-RU"/>
        </a:p>
      </dgm:t>
    </dgm:pt>
    <dgm:pt modelId="{4959E097-971E-42B8-8AC8-D12AECBF27F2}" type="pres">
      <dgm:prSet presAssocID="{FB0979E9-BC42-40AD-B51F-DF7F2E31AB20}" presName="childTx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1B09F1-B6C0-4FC5-B164-A8E0774C6E2E}" type="pres">
      <dgm:prSet presAssocID="{0FDC33CB-FD01-4C99-BEB7-9EF74C64D995}" presName="comp" presStyleCnt="0"/>
      <dgm:spPr/>
    </dgm:pt>
    <dgm:pt modelId="{65D1467E-1E5B-40BC-871F-3CBCA6021459}" type="pres">
      <dgm:prSet presAssocID="{0FDC33CB-FD01-4C99-BEB7-9EF74C64D995}" presName="child" presStyleLbl="bgAccFollowNode1" presStyleIdx="3" presStyleCnt="6"/>
      <dgm:spPr/>
      <dgm:t>
        <a:bodyPr/>
        <a:lstStyle/>
        <a:p>
          <a:endParaRPr lang="ru-RU"/>
        </a:p>
      </dgm:t>
    </dgm:pt>
    <dgm:pt modelId="{FACD9273-2FDD-4738-BB71-4F40BD7D652A}" type="pres">
      <dgm:prSet presAssocID="{0FDC33CB-FD01-4C99-BEB7-9EF74C64D995}" presName="childTx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BA1EF1-234E-4440-9D9D-F90592B7B63B}" type="pres">
      <dgm:prSet presAssocID="{3F27F1CE-14EE-4792-9719-719A0B64AF4A}" presName="comp" presStyleCnt="0"/>
      <dgm:spPr/>
    </dgm:pt>
    <dgm:pt modelId="{8A1C749A-ED0C-41DF-B402-F493E86582C4}" type="pres">
      <dgm:prSet presAssocID="{3F27F1CE-14EE-4792-9719-719A0B64AF4A}" presName="child" presStyleLbl="bgAccFollowNode1" presStyleIdx="4" presStyleCnt="6"/>
      <dgm:spPr/>
      <dgm:t>
        <a:bodyPr/>
        <a:lstStyle/>
        <a:p>
          <a:endParaRPr lang="ru-RU"/>
        </a:p>
      </dgm:t>
    </dgm:pt>
    <dgm:pt modelId="{30832FF2-989B-4475-9CAD-909BED5DF6D1}" type="pres">
      <dgm:prSet presAssocID="{3F27F1CE-14EE-4792-9719-719A0B64AF4A}" presName="childTx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3D43B1-039C-4976-98C9-645805D69C25}" type="pres">
      <dgm:prSet presAssocID="{1CD79AA5-1B3E-4E0E-AFF7-FC6FBBE2615E}" presName="comp" presStyleCnt="0"/>
      <dgm:spPr/>
    </dgm:pt>
    <dgm:pt modelId="{9AFE3C3B-7AEB-4FFC-9744-4258EC0A9596}" type="pres">
      <dgm:prSet presAssocID="{1CD79AA5-1B3E-4E0E-AFF7-FC6FBBE2615E}" presName="child" presStyleLbl="bgAccFollowNode1" presStyleIdx="5" presStyleCnt="6"/>
      <dgm:spPr/>
      <dgm:t>
        <a:bodyPr/>
        <a:lstStyle/>
        <a:p>
          <a:endParaRPr lang="ru-RU"/>
        </a:p>
      </dgm:t>
    </dgm:pt>
    <dgm:pt modelId="{CB9197C6-8366-459A-92A2-A70341649FD7}" type="pres">
      <dgm:prSet presAssocID="{1CD79AA5-1B3E-4E0E-AFF7-FC6FBBE2615E}" presName="childTx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FCB217-7D1E-4FE1-BA41-F3452452B6EF}" type="pres">
      <dgm:prSet presAssocID="{48E48592-042D-45C9-908E-65EFFBB29A48}" presName="negSpace" presStyleCnt="0"/>
      <dgm:spPr/>
    </dgm:pt>
    <dgm:pt modelId="{072A7099-913B-497C-B8DE-7E6AFEEBA22D}" type="pres">
      <dgm:prSet presAssocID="{48E48592-042D-45C9-908E-65EFFBB29A48}" presName="circle" presStyleLbl="node1" presStyleIdx="0" presStyleCnt="1" custScaleX="312765" custScaleY="167935"/>
      <dgm:spPr/>
      <dgm:t>
        <a:bodyPr/>
        <a:lstStyle/>
        <a:p>
          <a:endParaRPr lang="ru-RU"/>
        </a:p>
      </dgm:t>
    </dgm:pt>
  </dgm:ptLst>
  <dgm:cxnLst>
    <dgm:cxn modelId="{394E7F60-1E22-4B85-872E-2732A91AFEC9}" type="presOf" srcId="{48E48592-042D-45C9-908E-65EFFBB29A48}" destId="{072A7099-913B-497C-B8DE-7E6AFEEBA22D}" srcOrd="0" destOrd="0" presId="urn:microsoft.com/office/officeart/2005/8/layout/hList9"/>
    <dgm:cxn modelId="{5359247F-37AA-47C7-9ACD-27975BE2F9CE}" srcId="{48E48592-042D-45C9-908E-65EFFBB29A48}" destId="{3F27F1CE-14EE-4792-9719-719A0B64AF4A}" srcOrd="4" destOrd="0" parTransId="{2CA8AC46-AC0D-4FE5-942E-9A842663DA46}" sibTransId="{68077BE2-C199-4B88-90B1-ACE53C743E7D}"/>
    <dgm:cxn modelId="{4567EE16-5529-4A75-93B7-FC925B582461}" type="presOf" srcId="{0FDC33CB-FD01-4C99-BEB7-9EF74C64D995}" destId="{FACD9273-2FDD-4738-BB71-4F40BD7D652A}" srcOrd="1" destOrd="0" presId="urn:microsoft.com/office/officeart/2005/8/layout/hList9"/>
    <dgm:cxn modelId="{7CC71C6F-F046-45CE-9523-6418A66A3268}" type="presOf" srcId="{3F27F1CE-14EE-4792-9719-719A0B64AF4A}" destId="{8A1C749A-ED0C-41DF-B402-F493E86582C4}" srcOrd="0" destOrd="0" presId="urn:microsoft.com/office/officeart/2005/8/layout/hList9"/>
    <dgm:cxn modelId="{A0DF90CE-CFBD-4AF6-AD50-91228F2D46ED}" type="presOf" srcId="{5C3C1BCD-5921-402B-B7A8-D677F48E4936}" destId="{06D5EC8D-8C79-4E69-880B-CAEA67BFECD0}" srcOrd="0" destOrd="0" presId="urn:microsoft.com/office/officeart/2005/8/layout/hList9"/>
    <dgm:cxn modelId="{18553B1A-C5D7-4752-BFC7-5D78A0EA735F}" type="presOf" srcId="{3F27F1CE-14EE-4792-9719-719A0B64AF4A}" destId="{30832FF2-989B-4475-9CAD-909BED5DF6D1}" srcOrd="1" destOrd="0" presId="urn:microsoft.com/office/officeart/2005/8/layout/hList9"/>
    <dgm:cxn modelId="{1CC7C845-90A0-4AAD-9430-1CD6229DCDA5}" srcId="{48E48592-042D-45C9-908E-65EFFBB29A48}" destId="{1CD79AA5-1B3E-4E0E-AFF7-FC6FBBE2615E}" srcOrd="5" destOrd="0" parTransId="{8A707B94-D052-4797-8EE9-4DF71D166E7E}" sibTransId="{115BF7C6-6804-42C8-87C2-425C4E8AE272}"/>
    <dgm:cxn modelId="{AAB83F71-8354-47DA-9205-CF7DCACC596E}" srcId="{48E48592-042D-45C9-908E-65EFFBB29A48}" destId="{5C3C1BCD-5921-402B-B7A8-D677F48E4936}" srcOrd="0" destOrd="0" parTransId="{DB03A4B9-FD10-480A-8D35-00937C81F286}" sibTransId="{5D691C61-884E-4B6E-84ED-65C4880C082B}"/>
    <dgm:cxn modelId="{0D277015-940C-411E-9AE1-71235B0886CB}" type="presOf" srcId="{1CD79AA5-1B3E-4E0E-AFF7-FC6FBBE2615E}" destId="{CB9197C6-8366-459A-92A2-A70341649FD7}" srcOrd="1" destOrd="0" presId="urn:microsoft.com/office/officeart/2005/8/layout/hList9"/>
    <dgm:cxn modelId="{07D677FF-1694-4AD8-8810-B61630408DEA}" srcId="{48E48592-042D-45C9-908E-65EFFBB29A48}" destId="{FB0979E9-BC42-40AD-B51F-DF7F2E31AB20}" srcOrd="2" destOrd="0" parTransId="{53CEA076-2F62-41FF-BD1B-9DA798455B68}" sibTransId="{33DAD272-0DE5-45E2-BA12-11C4E6495DBE}"/>
    <dgm:cxn modelId="{4CAAB4A2-4A18-4482-B28C-40DC8B2DE693}" srcId="{48E48592-042D-45C9-908E-65EFFBB29A48}" destId="{1C8675AC-A30A-44FE-91E3-3CAE333EFF47}" srcOrd="1" destOrd="0" parTransId="{842E457D-A4C1-4DCF-9A61-AEFCFC9838F8}" sibTransId="{8EC1D8E5-914C-493A-935A-C651FB355776}"/>
    <dgm:cxn modelId="{F70E883B-AA3C-47AA-A747-C943DD96DEF5}" type="presOf" srcId="{1C8675AC-A30A-44FE-91E3-3CAE333EFF47}" destId="{01355268-B4EB-4177-A5C2-9F929D8D2CF9}" srcOrd="0" destOrd="0" presId="urn:microsoft.com/office/officeart/2005/8/layout/hList9"/>
    <dgm:cxn modelId="{CBF1A888-150D-4201-9608-85C84A3CA2BD}" type="presOf" srcId="{0FDC33CB-FD01-4C99-BEB7-9EF74C64D995}" destId="{65D1467E-1E5B-40BC-871F-3CBCA6021459}" srcOrd="0" destOrd="0" presId="urn:microsoft.com/office/officeart/2005/8/layout/hList9"/>
    <dgm:cxn modelId="{340D92E5-A396-4407-83D5-4B46170325C9}" type="presOf" srcId="{5C3C1BCD-5921-402B-B7A8-D677F48E4936}" destId="{9C0AA1E2-6C29-4A5A-B660-795473589645}" srcOrd="1" destOrd="0" presId="urn:microsoft.com/office/officeart/2005/8/layout/hList9"/>
    <dgm:cxn modelId="{578DA534-E1A0-40B1-9FEF-B685E6A0A907}" type="presOf" srcId="{1CD79AA5-1B3E-4E0E-AFF7-FC6FBBE2615E}" destId="{9AFE3C3B-7AEB-4FFC-9744-4258EC0A9596}" srcOrd="0" destOrd="0" presId="urn:microsoft.com/office/officeart/2005/8/layout/hList9"/>
    <dgm:cxn modelId="{8C3A49C1-5ECD-45BD-805C-9865BD1997FA}" type="presOf" srcId="{FB0979E9-BC42-40AD-B51F-DF7F2E31AB20}" destId="{990B0A3F-2EAE-4558-B917-6712376FE3B9}" srcOrd="0" destOrd="0" presId="urn:microsoft.com/office/officeart/2005/8/layout/hList9"/>
    <dgm:cxn modelId="{6DBA4506-256E-4614-9FD2-DE3669D54D6F}" type="presOf" srcId="{FB0979E9-BC42-40AD-B51F-DF7F2E31AB20}" destId="{4959E097-971E-42B8-8AC8-D12AECBF27F2}" srcOrd="1" destOrd="0" presId="urn:microsoft.com/office/officeart/2005/8/layout/hList9"/>
    <dgm:cxn modelId="{98661E0D-AA85-4136-870D-8A7F8DE2C63B}" srcId="{798BB03E-16A1-4ADC-8B58-63425D8A15D8}" destId="{48E48592-042D-45C9-908E-65EFFBB29A48}" srcOrd="0" destOrd="0" parTransId="{76CB86EA-011D-4847-9BD7-3F2A8E52890F}" sibTransId="{75EAEACA-0F66-4F1D-9B94-E6C2F82158D2}"/>
    <dgm:cxn modelId="{5298B2BB-E9FE-4142-99A3-25EFFDAB58D7}" type="presOf" srcId="{798BB03E-16A1-4ADC-8B58-63425D8A15D8}" destId="{6D03678F-E9E6-42E8-98D9-70BAB7BA3AE1}" srcOrd="0" destOrd="0" presId="urn:microsoft.com/office/officeart/2005/8/layout/hList9"/>
    <dgm:cxn modelId="{D716E608-105E-42CC-BDDA-9D9B2D2DD0B7}" srcId="{48E48592-042D-45C9-908E-65EFFBB29A48}" destId="{0FDC33CB-FD01-4C99-BEB7-9EF74C64D995}" srcOrd="3" destOrd="0" parTransId="{2538306D-C1F1-41FD-9988-A3716406BCE8}" sibTransId="{98F67F59-8B10-411D-B144-E10D0D0C382B}"/>
    <dgm:cxn modelId="{98AB1585-C7EA-4EC3-BA47-F37B5EED74AF}" type="presOf" srcId="{1C8675AC-A30A-44FE-91E3-3CAE333EFF47}" destId="{3E8093E4-374F-4BC3-BF6B-793655F62875}" srcOrd="1" destOrd="0" presId="urn:microsoft.com/office/officeart/2005/8/layout/hList9"/>
    <dgm:cxn modelId="{2C5C2F68-7E08-433E-AE44-EE71201F6EB7}" type="presParOf" srcId="{6D03678F-E9E6-42E8-98D9-70BAB7BA3AE1}" destId="{7862F0AA-9A5C-426F-8C3F-88BC2A0BFBA0}" srcOrd="0" destOrd="0" presId="urn:microsoft.com/office/officeart/2005/8/layout/hList9"/>
    <dgm:cxn modelId="{E8D7E359-0BF7-4BCC-B96A-8B0FE6385639}" type="presParOf" srcId="{6D03678F-E9E6-42E8-98D9-70BAB7BA3AE1}" destId="{7615C71D-EBD9-465E-9D42-780DCAA6F05D}" srcOrd="1" destOrd="0" presId="urn:microsoft.com/office/officeart/2005/8/layout/hList9"/>
    <dgm:cxn modelId="{0689F6F4-7A53-41F7-9406-32D09E299900}" type="presParOf" srcId="{7615C71D-EBD9-465E-9D42-780DCAA6F05D}" destId="{51C43FEB-EAAF-452B-B9CB-267791BDDD2B}" srcOrd="0" destOrd="0" presId="urn:microsoft.com/office/officeart/2005/8/layout/hList9"/>
    <dgm:cxn modelId="{5F33599A-A180-4219-B67A-2D8D966A6BB0}" type="presParOf" srcId="{7615C71D-EBD9-465E-9D42-780DCAA6F05D}" destId="{A8BB168F-886A-4393-96DA-6A39D6BC4E2F}" srcOrd="1" destOrd="0" presId="urn:microsoft.com/office/officeart/2005/8/layout/hList9"/>
    <dgm:cxn modelId="{F3D1D87E-6785-4696-A71A-8EAB0A89494B}" type="presParOf" srcId="{A8BB168F-886A-4393-96DA-6A39D6BC4E2F}" destId="{06D5EC8D-8C79-4E69-880B-CAEA67BFECD0}" srcOrd="0" destOrd="0" presId="urn:microsoft.com/office/officeart/2005/8/layout/hList9"/>
    <dgm:cxn modelId="{579196BD-C5B8-4758-A6B1-4645A40F035F}" type="presParOf" srcId="{A8BB168F-886A-4393-96DA-6A39D6BC4E2F}" destId="{9C0AA1E2-6C29-4A5A-B660-795473589645}" srcOrd="1" destOrd="0" presId="urn:microsoft.com/office/officeart/2005/8/layout/hList9"/>
    <dgm:cxn modelId="{E30CFC0E-3831-4ACE-AF30-45A4E26EF3E7}" type="presParOf" srcId="{7615C71D-EBD9-465E-9D42-780DCAA6F05D}" destId="{6D632E86-1FDB-4CCA-BC7B-4E5348A857F8}" srcOrd="2" destOrd="0" presId="urn:microsoft.com/office/officeart/2005/8/layout/hList9"/>
    <dgm:cxn modelId="{40B85035-11F0-4B0A-8047-C9F1D34C3E02}" type="presParOf" srcId="{6D632E86-1FDB-4CCA-BC7B-4E5348A857F8}" destId="{01355268-B4EB-4177-A5C2-9F929D8D2CF9}" srcOrd="0" destOrd="0" presId="urn:microsoft.com/office/officeart/2005/8/layout/hList9"/>
    <dgm:cxn modelId="{FE4EA0E0-F0D6-45A6-868C-9A299EDDEDB4}" type="presParOf" srcId="{6D632E86-1FDB-4CCA-BC7B-4E5348A857F8}" destId="{3E8093E4-374F-4BC3-BF6B-793655F62875}" srcOrd="1" destOrd="0" presId="urn:microsoft.com/office/officeart/2005/8/layout/hList9"/>
    <dgm:cxn modelId="{D8D05ECE-1E39-4799-A1A3-75E434555E01}" type="presParOf" srcId="{7615C71D-EBD9-465E-9D42-780DCAA6F05D}" destId="{8A514FA5-6339-4D0E-8739-D82912820B6E}" srcOrd="3" destOrd="0" presId="urn:microsoft.com/office/officeart/2005/8/layout/hList9"/>
    <dgm:cxn modelId="{B9A55F51-8688-41D0-B1A1-80EDF5DBFFC8}" type="presParOf" srcId="{8A514FA5-6339-4D0E-8739-D82912820B6E}" destId="{990B0A3F-2EAE-4558-B917-6712376FE3B9}" srcOrd="0" destOrd="0" presId="urn:microsoft.com/office/officeart/2005/8/layout/hList9"/>
    <dgm:cxn modelId="{98509C59-3E8F-4798-B6FF-C084BAC1F5D2}" type="presParOf" srcId="{8A514FA5-6339-4D0E-8739-D82912820B6E}" destId="{4959E097-971E-42B8-8AC8-D12AECBF27F2}" srcOrd="1" destOrd="0" presId="urn:microsoft.com/office/officeart/2005/8/layout/hList9"/>
    <dgm:cxn modelId="{9F7D41BA-BC4E-4943-87D6-C031E096A11C}" type="presParOf" srcId="{7615C71D-EBD9-465E-9D42-780DCAA6F05D}" destId="{0B1B09F1-B6C0-4FC5-B164-A8E0774C6E2E}" srcOrd="4" destOrd="0" presId="urn:microsoft.com/office/officeart/2005/8/layout/hList9"/>
    <dgm:cxn modelId="{2447820B-007F-4A93-850B-36ED5FC6627A}" type="presParOf" srcId="{0B1B09F1-B6C0-4FC5-B164-A8E0774C6E2E}" destId="{65D1467E-1E5B-40BC-871F-3CBCA6021459}" srcOrd="0" destOrd="0" presId="urn:microsoft.com/office/officeart/2005/8/layout/hList9"/>
    <dgm:cxn modelId="{94499ED2-A188-4FAD-B9C0-540DBC21272B}" type="presParOf" srcId="{0B1B09F1-B6C0-4FC5-B164-A8E0774C6E2E}" destId="{FACD9273-2FDD-4738-BB71-4F40BD7D652A}" srcOrd="1" destOrd="0" presId="urn:microsoft.com/office/officeart/2005/8/layout/hList9"/>
    <dgm:cxn modelId="{FC29C0D3-B711-445F-BC96-68B71F5370E4}" type="presParOf" srcId="{7615C71D-EBD9-465E-9D42-780DCAA6F05D}" destId="{0CBA1EF1-234E-4440-9D9D-F90592B7B63B}" srcOrd="5" destOrd="0" presId="urn:microsoft.com/office/officeart/2005/8/layout/hList9"/>
    <dgm:cxn modelId="{BECEF589-3496-4617-9CAF-541CFB2B6DD0}" type="presParOf" srcId="{0CBA1EF1-234E-4440-9D9D-F90592B7B63B}" destId="{8A1C749A-ED0C-41DF-B402-F493E86582C4}" srcOrd="0" destOrd="0" presId="urn:microsoft.com/office/officeart/2005/8/layout/hList9"/>
    <dgm:cxn modelId="{BC8A558D-36E0-49F4-A9FD-80BD31DAD637}" type="presParOf" srcId="{0CBA1EF1-234E-4440-9D9D-F90592B7B63B}" destId="{30832FF2-989B-4475-9CAD-909BED5DF6D1}" srcOrd="1" destOrd="0" presId="urn:microsoft.com/office/officeart/2005/8/layout/hList9"/>
    <dgm:cxn modelId="{71F642C8-2560-4485-9DCB-A4CAC8350941}" type="presParOf" srcId="{7615C71D-EBD9-465E-9D42-780DCAA6F05D}" destId="{983D43B1-039C-4976-98C9-645805D69C25}" srcOrd="6" destOrd="0" presId="urn:microsoft.com/office/officeart/2005/8/layout/hList9"/>
    <dgm:cxn modelId="{A5C2EE22-AB95-49B4-BECB-6577DC6B3EA4}" type="presParOf" srcId="{983D43B1-039C-4976-98C9-645805D69C25}" destId="{9AFE3C3B-7AEB-4FFC-9744-4258EC0A9596}" srcOrd="0" destOrd="0" presId="urn:microsoft.com/office/officeart/2005/8/layout/hList9"/>
    <dgm:cxn modelId="{E980E3C2-ED4D-4F79-BC1E-E859278AE203}" type="presParOf" srcId="{983D43B1-039C-4976-98C9-645805D69C25}" destId="{CB9197C6-8366-459A-92A2-A70341649FD7}" srcOrd="1" destOrd="0" presId="urn:microsoft.com/office/officeart/2005/8/layout/hList9"/>
    <dgm:cxn modelId="{D7800FA0-1EBB-426C-BB3F-737FE452086E}" type="presParOf" srcId="{6D03678F-E9E6-42E8-98D9-70BAB7BA3AE1}" destId="{58FCB217-7D1E-4FE1-BA41-F3452452B6EF}" srcOrd="2" destOrd="0" presId="urn:microsoft.com/office/officeart/2005/8/layout/hList9"/>
    <dgm:cxn modelId="{73D8DFD4-08F5-498C-9F1B-35342AC4C2EA}" type="presParOf" srcId="{6D03678F-E9E6-42E8-98D9-70BAB7BA3AE1}" destId="{072A7099-913B-497C-B8DE-7E6AFEEBA22D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8BB03E-16A1-4ADC-8B58-63425D8A15D8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8E48592-042D-45C9-908E-65EFFBB29A48}">
      <dgm:prSet phldrT="[Текст]"/>
      <dgm:spPr/>
      <dgm:t>
        <a:bodyPr/>
        <a:lstStyle/>
        <a:p>
          <a:r>
            <a:rPr lang="ru-RU" b="1" dirty="0" smtClean="0"/>
            <a:t>Обеспечивающие специалисты</a:t>
          </a:r>
          <a:endParaRPr lang="ru-RU" b="1" dirty="0"/>
        </a:p>
      </dgm:t>
    </dgm:pt>
    <dgm:pt modelId="{76CB86EA-011D-4847-9BD7-3F2A8E52890F}" type="parTrans" cxnId="{98661E0D-AA85-4136-870D-8A7F8DE2C63B}">
      <dgm:prSet/>
      <dgm:spPr/>
      <dgm:t>
        <a:bodyPr/>
        <a:lstStyle/>
        <a:p>
          <a:endParaRPr lang="ru-RU"/>
        </a:p>
      </dgm:t>
    </dgm:pt>
    <dgm:pt modelId="{75EAEACA-0F66-4F1D-9B94-E6C2F82158D2}" type="sibTrans" cxnId="{98661E0D-AA85-4136-870D-8A7F8DE2C63B}">
      <dgm:prSet/>
      <dgm:spPr/>
      <dgm:t>
        <a:bodyPr/>
        <a:lstStyle/>
        <a:p>
          <a:endParaRPr lang="ru-RU"/>
        </a:p>
      </dgm:t>
    </dgm:pt>
    <dgm:pt modelId="{5C3C1BCD-5921-402B-B7A8-D677F48E4936}">
      <dgm:prSet phldrT="[Текст]"/>
      <dgm:spPr/>
      <dgm:t>
        <a:bodyPr/>
        <a:lstStyle/>
        <a:p>
          <a:endParaRPr lang="ru-RU" dirty="0"/>
        </a:p>
      </dgm:t>
    </dgm:pt>
    <dgm:pt modelId="{DB03A4B9-FD10-480A-8D35-00937C81F286}" type="parTrans" cxnId="{AAB83F71-8354-47DA-9205-CF7DCACC596E}">
      <dgm:prSet/>
      <dgm:spPr/>
      <dgm:t>
        <a:bodyPr/>
        <a:lstStyle/>
        <a:p>
          <a:endParaRPr lang="ru-RU"/>
        </a:p>
      </dgm:t>
    </dgm:pt>
    <dgm:pt modelId="{5D691C61-884E-4B6E-84ED-65C4880C082B}" type="sibTrans" cxnId="{AAB83F71-8354-47DA-9205-CF7DCACC596E}">
      <dgm:prSet/>
      <dgm:spPr/>
      <dgm:t>
        <a:bodyPr/>
        <a:lstStyle/>
        <a:p>
          <a:endParaRPr lang="ru-RU"/>
        </a:p>
      </dgm:t>
    </dgm:pt>
    <dgm:pt modelId="{1C8675AC-A30A-44FE-91E3-3CAE333EFF47}">
      <dgm:prSet phldrT="[Текст]" custT="1"/>
      <dgm:spPr/>
      <dgm:t>
        <a:bodyPr/>
        <a:lstStyle/>
        <a:p>
          <a:endParaRPr lang="ru-RU" sz="1400" b="1" dirty="0"/>
        </a:p>
      </dgm:t>
    </dgm:pt>
    <dgm:pt modelId="{842E457D-A4C1-4DCF-9A61-AEFCFC9838F8}" type="parTrans" cxnId="{4CAAB4A2-4A18-4482-B28C-40DC8B2DE693}">
      <dgm:prSet/>
      <dgm:spPr/>
      <dgm:t>
        <a:bodyPr/>
        <a:lstStyle/>
        <a:p>
          <a:endParaRPr lang="ru-RU"/>
        </a:p>
      </dgm:t>
    </dgm:pt>
    <dgm:pt modelId="{8EC1D8E5-914C-493A-935A-C651FB355776}" type="sibTrans" cxnId="{4CAAB4A2-4A18-4482-B28C-40DC8B2DE693}">
      <dgm:prSet/>
      <dgm:spPr/>
      <dgm:t>
        <a:bodyPr/>
        <a:lstStyle/>
        <a:p>
          <a:endParaRPr lang="ru-RU"/>
        </a:p>
      </dgm:t>
    </dgm:pt>
    <dgm:pt modelId="{FB0979E9-BC42-40AD-B51F-DF7F2E31AB20}">
      <dgm:prSet custT="1"/>
      <dgm:spPr/>
      <dgm:t>
        <a:bodyPr/>
        <a:lstStyle/>
        <a:p>
          <a:r>
            <a:rPr lang="ru-RU" sz="1600" b="1" dirty="0" smtClean="0"/>
            <a:t>Главная</a:t>
          </a:r>
          <a:endParaRPr lang="ru-RU" sz="1600" b="1" dirty="0"/>
        </a:p>
      </dgm:t>
    </dgm:pt>
    <dgm:pt modelId="{53CEA076-2F62-41FF-BD1B-9DA798455B68}" type="parTrans" cxnId="{07D677FF-1694-4AD8-8810-B61630408DEA}">
      <dgm:prSet/>
      <dgm:spPr/>
      <dgm:t>
        <a:bodyPr/>
        <a:lstStyle/>
        <a:p>
          <a:endParaRPr lang="ru-RU"/>
        </a:p>
      </dgm:t>
    </dgm:pt>
    <dgm:pt modelId="{33DAD272-0DE5-45E2-BA12-11C4E6495DBE}" type="sibTrans" cxnId="{07D677FF-1694-4AD8-8810-B61630408DEA}">
      <dgm:prSet/>
      <dgm:spPr/>
      <dgm:t>
        <a:bodyPr/>
        <a:lstStyle/>
        <a:p>
          <a:endParaRPr lang="ru-RU"/>
        </a:p>
      </dgm:t>
    </dgm:pt>
    <dgm:pt modelId="{0FDC33CB-FD01-4C99-BEB7-9EF74C64D995}">
      <dgm:prSet custT="1"/>
      <dgm:spPr/>
      <dgm:t>
        <a:bodyPr/>
        <a:lstStyle/>
        <a:p>
          <a:r>
            <a:rPr lang="ru-RU" sz="1600" b="1" dirty="0" smtClean="0"/>
            <a:t>Ведущая</a:t>
          </a:r>
          <a:endParaRPr lang="ru-RU" sz="1600" b="1" dirty="0"/>
        </a:p>
      </dgm:t>
    </dgm:pt>
    <dgm:pt modelId="{2538306D-C1F1-41FD-9988-A3716406BCE8}" type="parTrans" cxnId="{D716E608-105E-42CC-BDDA-9D9B2D2DD0B7}">
      <dgm:prSet/>
      <dgm:spPr/>
      <dgm:t>
        <a:bodyPr/>
        <a:lstStyle/>
        <a:p>
          <a:endParaRPr lang="ru-RU"/>
        </a:p>
      </dgm:t>
    </dgm:pt>
    <dgm:pt modelId="{98F67F59-8B10-411D-B144-E10D0D0C382B}" type="sibTrans" cxnId="{D716E608-105E-42CC-BDDA-9D9B2D2DD0B7}">
      <dgm:prSet/>
      <dgm:spPr/>
      <dgm:t>
        <a:bodyPr/>
        <a:lstStyle/>
        <a:p>
          <a:endParaRPr lang="ru-RU"/>
        </a:p>
      </dgm:t>
    </dgm:pt>
    <dgm:pt modelId="{3F27F1CE-14EE-4792-9719-719A0B64AF4A}">
      <dgm:prSet custT="1"/>
      <dgm:spPr/>
      <dgm:t>
        <a:bodyPr/>
        <a:lstStyle/>
        <a:p>
          <a:r>
            <a:rPr lang="ru-RU" sz="1600" b="1" dirty="0" smtClean="0"/>
            <a:t>Старшая</a:t>
          </a:r>
        </a:p>
      </dgm:t>
    </dgm:pt>
    <dgm:pt modelId="{2CA8AC46-AC0D-4FE5-942E-9A842663DA46}" type="parTrans" cxnId="{5359247F-37AA-47C7-9ACD-27975BE2F9CE}">
      <dgm:prSet/>
      <dgm:spPr/>
      <dgm:t>
        <a:bodyPr/>
        <a:lstStyle/>
        <a:p>
          <a:endParaRPr lang="ru-RU"/>
        </a:p>
      </dgm:t>
    </dgm:pt>
    <dgm:pt modelId="{68077BE2-C199-4B88-90B1-ACE53C743E7D}" type="sibTrans" cxnId="{5359247F-37AA-47C7-9ACD-27975BE2F9CE}">
      <dgm:prSet/>
      <dgm:spPr/>
      <dgm:t>
        <a:bodyPr/>
        <a:lstStyle/>
        <a:p>
          <a:endParaRPr lang="ru-RU"/>
        </a:p>
      </dgm:t>
    </dgm:pt>
    <dgm:pt modelId="{1CD79AA5-1B3E-4E0E-AFF7-FC6FBBE2615E}">
      <dgm:prSet custT="1"/>
      <dgm:spPr/>
      <dgm:t>
        <a:bodyPr/>
        <a:lstStyle/>
        <a:p>
          <a:r>
            <a:rPr lang="ru-RU" sz="1600" b="1" dirty="0" smtClean="0"/>
            <a:t>Младшая</a:t>
          </a:r>
          <a:endParaRPr lang="ru-RU" sz="1600" b="1" dirty="0"/>
        </a:p>
      </dgm:t>
    </dgm:pt>
    <dgm:pt modelId="{8A707B94-D052-4797-8EE9-4DF71D166E7E}" type="parTrans" cxnId="{1CC7C845-90A0-4AAD-9430-1CD6229DCDA5}">
      <dgm:prSet/>
      <dgm:spPr/>
      <dgm:t>
        <a:bodyPr/>
        <a:lstStyle/>
        <a:p>
          <a:endParaRPr lang="ru-RU"/>
        </a:p>
      </dgm:t>
    </dgm:pt>
    <dgm:pt modelId="{115BF7C6-6804-42C8-87C2-425C4E8AE272}" type="sibTrans" cxnId="{1CC7C845-90A0-4AAD-9430-1CD6229DCDA5}">
      <dgm:prSet/>
      <dgm:spPr/>
      <dgm:t>
        <a:bodyPr/>
        <a:lstStyle/>
        <a:p>
          <a:endParaRPr lang="ru-RU"/>
        </a:p>
      </dgm:t>
    </dgm:pt>
    <dgm:pt modelId="{6D03678F-E9E6-42E8-98D9-70BAB7BA3AE1}" type="pres">
      <dgm:prSet presAssocID="{798BB03E-16A1-4ADC-8B58-63425D8A15D8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7862F0AA-9A5C-426F-8C3F-88BC2A0BFBA0}" type="pres">
      <dgm:prSet presAssocID="{48E48592-042D-45C9-908E-65EFFBB29A48}" presName="posSpace" presStyleCnt="0"/>
      <dgm:spPr/>
    </dgm:pt>
    <dgm:pt modelId="{7615C71D-EBD9-465E-9D42-780DCAA6F05D}" type="pres">
      <dgm:prSet presAssocID="{48E48592-042D-45C9-908E-65EFFBB29A48}" presName="vertFlow" presStyleCnt="0"/>
      <dgm:spPr/>
    </dgm:pt>
    <dgm:pt modelId="{51C43FEB-EAAF-452B-B9CB-267791BDDD2B}" type="pres">
      <dgm:prSet presAssocID="{48E48592-042D-45C9-908E-65EFFBB29A48}" presName="topSpace" presStyleCnt="0"/>
      <dgm:spPr/>
    </dgm:pt>
    <dgm:pt modelId="{A8BB168F-886A-4393-96DA-6A39D6BC4E2F}" type="pres">
      <dgm:prSet presAssocID="{48E48592-042D-45C9-908E-65EFFBB29A48}" presName="firstComp" presStyleCnt="0"/>
      <dgm:spPr/>
    </dgm:pt>
    <dgm:pt modelId="{06D5EC8D-8C79-4E69-880B-CAEA67BFECD0}" type="pres">
      <dgm:prSet presAssocID="{48E48592-042D-45C9-908E-65EFFBB29A48}" presName="firstChild" presStyleLbl="bgAccFollowNode1" presStyleIdx="0" presStyleCnt="6"/>
      <dgm:spPr/>
      <dgm:t>
        <a:bodyPr/>
        <a:lstStyle/>
        <a:p>
          <a:endParaRPr lang="ru-RU"/>
        </a:p>
      </dgm:t>
    </dgm:pt>
    <dgm:pt modelId="{9C0AA1E2-6C29-4A5A-B660-795473589645}" type="pres">
      <dgm:prSet presAssocID="{48E48592-042D-45C9-908E-65EFFBB29A48}" presName="firstChildTx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632E86-1FDB-4CCA-BC7B-4E5348A857F8}" type="pres">
      <dgm:prSet presAssocID="{1C8675AC-A30A-44FE-91E3-3CAE333EFF47}" presName="comp" presStyleCnt="0"/>
      <dgm:spPr/>
    </dgm:pt>
    <dgm:pt modelId="{01355268-B4EB-4177-A5C2-9F929D8D2CF9}" type="pres">
      <dgm:prSet presAssocID="{1C8675AC-A30A-44FE-91E3-3CAE333EFF47}" presName="child" presStyleLbl="bgAccFollowNode1" presStyleIdx="1" presStyleCnt="6"/>
      <dgm:spPr/>
      <dgm:t>
        <a:bodyPr/>
        <a:lstStyle/>
        <a:p>
          <a:endParaRPr lang="ru-RU"/>
        </a:p>
      </dgm:t>
    </dgm:pt>
    <dgm:pt modelId="{3E8093E4-374F-4BC3-BF6B-793655F62875}" type="pres">
      <dgm:prSet presAssocID="{1C8675AC-A30A-44FE-91E3-3CAE333EFF47}" presName="childTx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514FA5-6339-4D0E-8739-D82912820B6E}" type="pres">
      <dgm:prSet presAssocID="{FB0979E9-BC42-40AD-B51F-DF7F2E31AB20}" presName="comp" presStyleCnt="0"/>
      <dgm:spPr/>
    </dgm:pt>
    <dgm:pt modelId="{990B0A3F-2EAE-4558-B917-6712376FE3B9}" type="pres">
      <dgm:prSet presAssocID="{FB0979E9-BC42-40AD-B51F-DF7F2E31AB20}" presName="child" presStyleLbl="bgAccFollowNode1" presStyleIdx="2" presStyleCnt="6"/>
      <dgm:spPr/>
      <dgm:t>
        <a:bodyPr/>
        <a:lstStyle/>
        <a:p>
          <a:endParaRPr lang="ru-RU"/>
        </a:p>
      </dgm:t>
    </dgm:pt>
    <dgm:pt modelId="{4959E097-971E-42B8-8AC8-D12AECBF27F2}" type="pres">
      <dgm:prSet presAssocID="{FB0979E9-BC42-40AD-B51F-DF7F2E31AB20}" presName="childTx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1B09F1-B6C0-4FC5-B164-A8E0774C6E2E}" type="pres">
      <dgm:prSet presAssocID="{0FDC33CB-FD01-4C99-BEB7-9EF74C64D995}" presName="comp" presStyleCnt="0"/>
      <dgm:spPr/>
    </dgm:pt>
    <dgm:pt modelId="{65D1467E-1E5B-40BC-871F-3CBCA6021459}" type="pres">
      <dgm:prSet presAssocID="{0FDC33CB-FD01-4C99-BEB7-9EF74C64D995}" presName="child" presStyleLbl="bgAccFollowNode1" presStyleIdx="3" presStyleCnt="6"/>
      <dgm:spPr/>
      <dgm:t>
        <a:bodyPr/>
        <a:lstStyle/>
        <a:p>
          <a:endParaRPr lang="ru-RU"/>
        </a:p>
      </dgm:t>
    </dgm:pt>
    <dgm:pt modelId="{FACD9273-2FDD-4738-BB71-4F40BD7D652A}" type="pres">
      <dgm:prSet presAssocID="{0FDC33CB-FD01-4C99-BEB7-9EF74C64D995}" presName="childTx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BA1EF1-234E-4440-9D9D-F90592B7B63B}" type="pres">
      <dgm:prSet presAssocID="{3F27F1CE-14EE-4792-9719-719A0B64AF4A}" presName="comp" presStyleCnt="0"/>
      <dgm:spPr/>
    </dgm:pt>
    <dgm:pt modelId="{8A1C749A-ED0C-41DF-B402-F493E86582C4}" type="pres">
      <dgm:prSet presAssocID="{3F27F1CE-14EE-4792-9719-719A0B64AF4A}" presName="child" presStyleLbl="bgAccFollowNode1" presStyleIdx="4" presStyleCnt="6"/>
      <dgm:spPr/>
      <dgm:t>
        <a:bodyPr/>
        <a:lstStyle/>
        <a:p>
          <a:endParaRPr lang="ru-RU"/>
        </a:p>
      </dgm:t>
    </dgm:pt>
    <dgm:pt modelId="{30832FF2-989B-4475-9CAD-909BED5DF6D1}" type="pres">
      <dgm:prSet presAssocID="{3F27F1CE-14EE-4792-9719-719A0B64AF4A}" presName="childTx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3D43B1-039C-4976-98C9-645805D69C25}" type="pres">
      <dgm:prSet presAssocID="{1CD79AA5-1B3E-4E0E-AFF7-FC6FBBE2615E}" presName="comp" presStyleCnt="0"/>
      <dgm:spPr/>
    </dgm:pt>
    <dgm:pt modelId="{9AFE3C3B-7AEB-4FFC-9744-4258EC0A9596}" type="pres">
      <dgm:prSet presAssocID="{1CD79AA5-1B3E-4E0E-AFF7-FC6FBBE2615E}" presName="child" presStyleLbl="bgAccFollowNode1" presStyleIdx="5" presStyleCnt="6"/>
      <dgm:spPr/>
      <dgm:t>
        <a:bodyPr/>
        <a:lstStyle/>
        <a:p>
          <a:endParaRPr lang="ru-RU"/>
        </a:p>
      </dgm:t>
    </dgm:pt>
    <dgm:pt modelId="{CB9197C6-8366-459A-92A2-A70341649FD7}" type="pres">
      <dgm:prSet presAssocID="{1CD79AA5-1B3E-4E0E-AFF7-FC6FBBE2615E}" presName="childTx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FCB217-7D1E-4FE1-BA41-F3452452B6EF}" type="pres">
      <dgm:prSet presAssocID="{48E48592-042D-45C9-908E-65EFFBB29A48}" presName="negSpace" presStyleCnt="0"/>
      <dgm:spPr/>
    </dgm:pt>
    <dgm:pt modelId="{072A7099-913B-497C-B8DE-7E6AFEEBA22D}" type="pres">
      <dgm:prSet presAssocID="{48E48592-042D-45C9-908E-65EFFBB29A48}" presName="circle" presStyleLbl="node1" presStyleIdx="0" presStyleCnt="1" custScaleX="312765" custScaleY="167935"/>
      <dgm:spPr/>
      <dgm:t>
        <a:bodyPr/>
        <a:lstStyle/>
        <a:p>
          <a:endParaRPr lang="ru-RU"/>
        </a:p>
      </dgm:t>
    </dgm:pt>
  </dgm:ptLst>
  <dgm:cxnLst>
    <dgm:cxn modelId="{D056B0CB-F39B-4806-B0E3-C00FF18B8268}" type="presOf" srcId="{5C3C1BCD-5921-402B-B7A8-D677F48E4936}" destId="{9C0AA1E2-6C29-4A5A-B660-795473589645}" srcOrd="1" destOrd="0" presId="urn:microsoft.com/office/officeart/2005/8/layout/hList9"/>
    <dgm:cxn modelId="{5359247F-37AA-47C7-9ACD-27975BE2F9CE}" srcId="{48E48592-042D-45C9-908E-65EFFBB29A48}" destId="{3F27F1CE-14EE-4792-9719-719A0B64AF4A}" srcOrd="4" destOrd="0" parTransId="{2CA8AC46-AC0D-4FE5-942E-9A842663DA46}" sibTransId="{68077BE2-C199-4B88-90B1-ACE53C743E7D}"/>
    <dgm:cxn modelId="{E9F4880A-9B1F-49E8-8D1C-CE7B71E7C09F}" type="presOf" srcId="{48E48592-042D-45C9-908E-65EFFBB29A48}" destId="{072A7099-913B-497C-B8DE-7E6AFEEBA22D}" srcOrd="0" destOrd="0" presId="urn:microsoft.com/office/officeart/2005/8/layout/hList9"/>
    <dgm:cxn modelId="{C93C4767-7B9B-4BF2-8E41-526C2FEB8DBF}" type="presOf" srcId="{FB0979E9-BC42-40AD-B51F-DF7F2E31AB20}" destId="{4959E097-971E-42B8-8AC8-D12AECBF27F2}" srcOrd="1" destOrd="0" presId="urn:microsoft.com/office/officeart/2005/8/layout/hList9"/>
    <dgm:cxn modelId="{CDD8205B-78E6-4AC3-9B9D-2DF4B169C1BC}" type="presOf" srcId="{1CD79AA5-1B3E-4E0E-AFF7-FC6FBBE2615E}" destId="{CB9197C6-8366-459A-92A2-A70341649FD7}" srcOrd="1" destOrd="0" presId="urn:microsoft.com/office/officeart/2005/8/layout/hList9"/>
    <dgm:cxn modelId="{0CCC2A24-61FA-4480-83E0-9A54BF8A4835}" type="presOf" srcId="{0FDC33CB-FD01-4C99-BEB7-9EF74C64D995}" destId="{65D1467E-1E5B-40BC-871F-3CBCA6021459}" srcOrd="0" destOrd="0" presId="urn:microsoft.com/office/officeart/2005/8/layout/hList9"/>
    <dgm:cxn modelId="{463F56AD-0F2F-4D5A-87AD-11368FBA7A37}" type="presOf" srcId="{0FDC33CB-FD01-4C99-BEB7-9EF74C64D995}" destId="{FACD9273-2FDD-4738-BB71-4F40BD7D652A}" srcOrd="1" destOrd="0" presId="urn:microsoft.com/office/officeart/2005/8/layout/hList9"/>
    <dgm:cxn modelId="{1CC7C845-90A0-4AAD-9430-1CD6229DCDA5}" srcId="{48E48592-042D-45C9-908E-65EFFBB29A48}" destId="{1CD79AA5-1B3E-4E0E-AFF7-FC6FBBE2615E}" srcOrd="5" destOrd="0" parTransId="{8A707B94-D052-4797-8EE9-4DF71D166E7E}" sibTransId="{115BF7C6-6804-42C8-87C2-425C4E8AE272}"/>
    <dgm:cxn modelId="{AAB83F71-8354-47DA-9205-CF7DCACC596E}" srcId="{48E48592-042D-45C9-908E-65EFFBB29A48}" destId="{5C3C1BCD-5921-402B-B7A8-D677F48E4936}" srcOrd="0" destOrd="0" parTransId="{DB03A4B9-FD10-480A-8D35-00937C81F286}" sibTransId="{5D691C61-884E-4B6E-84ED-65C4880C082B}"/>
    <dgm:cxn modelId="{07D677FF-1694-4AD8-8810-B61630408DEA}" srcId="{48E48592-042D-45C9-908E-65EFFBB29A48}" destId="{FB0979E9-BC42-40AD-B51F-DF7F2E31AB20}" srcOrd="2" destOrd="0" parTransId="{53CEA076-2F62-41FF-BD1B-9DA798455B68}" sibTransId="{33DAD272-0DE5-45E2-BA12-11C4E6495DBE}"/>
    <dgm:cxn modelId="{17AD8C27-CD29-45E1-A4A0-28973B5A343C}" type="presOf" srcId="{1C8675AC-A30A-44FE-91E3-3CAE333EFF47}" destId="{3E8093E4-374F-4BC3-BF6B-793655F62875}" srcOrd="1" destOrd="0" presId="urn:microsoft.com/office/officeart/2005/8/layout/hList9"/>
    <dgm:cxn modelId="{40BD000C-0B51-4D25-BBB2-4EB127D95501}" type="presOf" srcId="{798BB03E-16A1-4ADC-8B58-63425D8A15D8}" destId="{6D03678F-E9E6-42E8-98D9-70BAB7BA3AE1}" srcOrd="0" destOrd="0" presId="urn:microsoft.com/office/officeart/2005/8/layout/hList9"/>
    <dgm:cxn modelId="{4CAAB4A2-4A18-4482-B28C-40DC8B2DE693}" srcId="{48E48592-042D-45C9-908E-65EFFBB29A48}" destId="{1C8675AC-A30A-44FE-91E3-3CAE333EFF47}" srcOrd="1" destOrd="0" parTransId="{842E457D-A4C1-4DCF-9A61-AEFCFC9838F8}" sibTransId="{8EC1D8E5-914C-493A-935A-C651FB355776}"/>
    <dgm:cxn modelId="{2D839431-D89E-4A57-A68B-09A27A156BF5}" type="presOf" srcId="{3F27F1CE-14EE-4792-9719-719A0B64AF4A}" destId="{30832FF2-989B-4475-9CAD-909BED5DF6D1}" srcOrd="1" destOrd="0" presId="urn:microsoft.com/office/officeart/2005/8/layout/hList9"/>
    <dgm:cxn modelId="{2B1D3748-10B6-44B5-9E3D-F0F80AC9EFBF}" type="presOf" srcId="{1CD79AA5-1B3E-4E0E-AFF7-FC6FBBE2615E}" destId="{9AFE3C3B-7AEB-4FFC-9744-4258EC0A9596}" srcOrd="0" destOrd="0" presId="urn:microsoft.com/office/officeart/2005/8/layout/hList9"/>
    <dgm:cxn modelId="{847758FE-D237-4FE7-A4FC-7A2261C099E5}" type="presOf" srcId="{1C8675AC-A30A-44FE-91E3-3CAE333EFF47}" destId="{01355268-B4EB-4177-A5C2-9F929D8D2CF9}" srcOrd="0" destOrd="0" presId="urn:microsoft.com/office/officeart/2005/8/layout/hList9"/>
    <dgm:cxn modelId="{A8B6ECCE-14C3-4044-A3B9-FBAF74EC3F76}" type="presOf" srcId="{5C3C1BCD-5921-402B-B7A8-D677F48E4936}" destId="{06D5EC8D-8C79-4E69-880B-CAEA67BFECD0}" srcOrd="0" destOrd="0" presId="urn:microsoft.com/office/officeart/2005/8/layout/hList9"/>
    <dgm:cxn modelId="{98661E0D-AA85-4136-870D-8A7F8DE2C63B}" srcId="{798BB03E-16A1-4ADC-8B58-63425D8A15D8}" destId="{48E48592-042D-45C9-908E-65EFFBB29A48}" srcOrd="0" destOrd="0" parTransId="{76CB86EA-011D-4847-9BD7-3F2A8E52890F}" sibTransId="{75EAEACA-0F66-4F1D-9B94-E6C2F82158D2}"/>
    <dgm:cxn modelId="{5909088E-D69C-4A42-9A73-83A9D494856B}" type="presOf" srcId="{FB0979E9-BC42-40AD-B51F-DF7F2E31AB20}" destId="{990B0A3F-2EAE-4558-B917-6712376FE3B9}" srcOrd="0" destOrd="0" presId="urn:microsoft.com/office/officeart/2005/8/layout/hList9"/>
    <dgm:cxn modelId="{55CECF20-B20B-4843-9C8B-81C14AB826D7}" type="presOf" srcId="{3F27F1CE-14EE-4792-9719-719A0B64AF4A}" destId="{8A1C749A-ED0C-41DF-B402-F493E86582C4}" srcOrd="0" destOrd="0" presId="urn:microsoft.com/office/officeart/2005/8/layout/hList9"/>
    <dgm:cxn modelId="{D716E608-105E-42CC-BDDA-9D9B2D2DD0B7}" srcId="{48E48592-042D-45C9-908E-65EFFBB29A48}" destId="{0FDC33CB-FD01-4C99-BEB7-9EF74C64D995}" srcOrd="3" destOrd="0" parTransId="{2538306D-C1F1-41FD-9988-A3716406BCE8}" sibTransId="{98F67F59-8B10-411D-B144-E10D0D0C382B}"/>
    <dgm:cxn modelId="{1CB0A418-666D-4A6B-8815-E5BAD0B426BE}" type="presParOf" srcId="{6D03678F-E9E6-42E8-98D9-70BAB7BA3AE1}" destId="{7862F0AA-9A5C-426F-8C3F-88BC2A0BFBA0}" srcOrd="0" destOrd="0" presId="urn:microsoft.com/office/officeart/2005/8/layout/hList9"/>
    <dgm:cxn modelId="{7B79B0F8-E95B-4526-AEEA-EB08A21C0AE1}" type="presParOf" srcId="{6D03678F-E9E6-42E8-98D9-70BAB7BA3AE1}" destId="{7615C71D-EBD9-465E-9D42-780DCAA6F05D}" srcOrd="1" destOrd="0" presId="urn:microsoft.com/office/officeart/2005/8/layout/hList9"/>
    <dgm:cxn modelId="{AFA8A4F9-ED56-426C-AA28-0F28FEE209B1}" type="presParOf" srcId="{7615C71D-EBD9-465E-9D42-780DCAA6F05D}" destId="{51C43FEB-EAAF-452B-B9CB-267791BDDD2B}" srcOrd="0" destOrd="0" presId="urn:microsoft.com/office/officeart/2005/8/layout/hList9"/>
    <dgm:cxn modelId="{8E34AB4E-3A02-45C6-BA16-84C72DFF3E7A}" type="presParOf" srcId="{7615C71D-EBD9-465E-9D42-780DCAA6F05D}" destId="{A8BB168F-886A-4393-96DA-6A39D6BC4E2F}" srcOrd="1" destOrd="0" presId="urn:microsoft.com/office/officeart/2005/8/layout/hList9"/>
    <dgm:cxn modelId="{48F393AE-EABE-47D5-91ED-F0F104A7A36C}" type="presParOf" srcId="{A8BB168F-886A-4393-96DA-6A39D6BC4E2F}" destId="{06D5EC8D-8C79-4E69-880B-CAEA67BFECD0}" srcOrd="0" destOrd="0" presId="urn:microsoft.com/office/officeart/2005/8/layout/hList9"/>
    <dgm:cxn modelId="{F2317858-D2FA-4BF0-9263-3BDE2635A2AF}" type="presParOf" srcId="{A8BB168F-886A-4393-96DA-6A39D6BC4E2F}" destId="{9C0AA1E2-6C29-4A5A-B660-795473589645}" srcOrd="1" destOrd="0" presId="urn:microsoft.com/office/officeart/2005/8/layout/hList9"/>
    <dgm:cxn modelId="{5CEF2A2C-E5C0-4AF4-A009-A8E490E5A68B}" type="presParOf" srcId="{7615C71D-EBD9-465E-9D42-780DCAA6F05D}" destId="{6D632E86-1FDB-4CCA-BC7B-4E5348A857F8}" srcOrd="2" destOrd="0" presId="urn:microsoft.com/office/officeart/2005/8/layout/hList9"/>
    <dgm:cxn modelId="{4154C424-7C68-4DB1-9F99-5B7AF177EBD2}" type="presParOf" srcId="{6D632E86-1FDB-4CCA-BC7B-4E5348A857F8}" destId="{01355268-B4EB-4177-A5C2-9F929D8D2CF9}" srcOrd="0" destOrd="0" presId="urn:microsoft.com/office/officeart/2005/8/layout/hList9"/>
    <dgm:cxn modelId="{1AABC065-7548-4279-8793-D163232EE651}" type="presParOf" srcId="{6D632E86-1FDB-4CCA-BC7B-4E5348A857F8}" destId="{3E8093E4-374F-4BC3-BF6B-793655F62875}" srcOrd="1" destOrd="0" presId="urn:microsoft.com/office/officeart/2005/8/layout/hList9"/>
    <dgm:cxn modelId="{8C657D74-F240-4D40-9F39-5C9A01337402}" type="presParOf" srcId="{7615C71D-EBD9-465E-9D42-780DCAA6F05D}" destId="{8A514FA5-6339-4D0E-8739-D82912820B6E}" srcOrd="3" destOrd="0" presId="urn:microsoft.com/office/officeart/2005/8/layout/hList9"/>
    <dgm:cxn modelId="{04AE8502-087E-4AD6-BE39-EE299AEABEE7}" type="presParOf" srcId="{8A514FA5-6339-4D0E-8739-D82912820B6E}" destId="{990B0A3F-2EAE-4558-B917-6712376FE3B9}" srcOrd="0" destOrd="0" presId="urn:microsoft.com/office/officeart/2005/8/layout/hList9"/>
    <dgm:cxn modelId="{8F2797E7-5E5C-4935-AB17-2F6A2D1C9E03}" type="presParOf" srcId="{8A514FA5-6339-4D0E-8739-D82912820B6E}" destId="{4959E097-971E-42B8-8AC8-D12AECBF27F2}" srcOrd="1" destOrd="0" presId="urn:microsoft.com/office/officeart/2005/8/layout/hList9"/>
    <dgm:cxn modelId="{A9BD4372-A36A-4B95-993C-DD57DF65B09B}" type="presParOf" srcId="{7615C71D-EBD9-465E-9D42-780DCAA6F05D}" destId="{0B1B09F1-B6C0-4FC5-B164-A8E0774C6E2E}" srcOrd="4" destOrd="0" presId="urn:microsoft.com/office/officeart/2005/8/layout/hList9"/>
    <dgm:cxn modelId="{637A5B21-D780-4B41-971A-7C27452FB4F7}" type="presParOf" srcId="{0B1B09F1-B6C0-4FC5-B164-A8E0774C6E2E}" destId="{65D1467E-1E5B-40BC-871F-3CBCA6021459}" srcOrd="0" destOrd="0" presId="urn:microsoft.com/office/officeart/2005/8/layout/hList9"/>
    <dgm:cxn modelId="{8C25F18D-8E1B-42DB-8D3C-8F2F90BCB5DC}" type="presParOf" srcId="{0B1B09F1-B6C0-4FC5-B164-A8E0774C6E2E}" destId="{FACD9273-2FDD-4738-BB71-4F40BD7D652A}" srcOrd="1" destOrd="0" presId="urn:microsoft.com/office/officeart/2005/8/layout/hList9"/>
    <dgm:cxn modelId="{5B796641-247D-4381-9F9C-312353874838}" type="presParOf" srcId="{7615C71D-EBD9-465E-9D42-780DCAA6F05D}" destId="{0CBA1EF1-234E-4440-9D9D-F90592B7B63B}" srcOrd="5" destOrd="0" presId="urn:microsoft.com/office/officeart/2005/8/layout/hList9"/>
    <dgm:cxn modelId="{7A4E5656-C57A-4EEB-AA49-85B26E48D11B}" type="presParOf" srcId="{0CBA1EF1-234E-4440-9D9D-F90592B7B63B}" destId="{8A1C749A-ED0C-41DF-B402-F493E86582C4}" srcOrd="0" destOrd="0" presId="urn:microsoft.com/office/officeart/2005/8/layout/hList9"/>
    <dgm:cxn modelId="{4DC4E2EB-A8DD-4BF9-8924-246350A3FC95}" type="presParOf" srcId="{0CBA1EF1-234E-4440-9D9D-F90592B7B63B}" destId="{30832FF2-989B-4475-9CAD-909BED5DF6D1}" srcOrd="1" destOrd="0" presId="urn:microsoft.com/office/officeart/2005/8/layout/hList9"/>
    <dgm:cxn modelId="{2C05737B-DCE7-433A-B624-5E95611E8B3F}" type="presParOf" srcId="{7615C71D-EBD9-465E-9D42-780DCAA6F05D}" destId="{983D43B1-039C-4976-98C9-645805D69C25}" srcOrd="6" destOrd="0" presId="urn:microsoft.com/office/officeart/2005/8/layout/hList9"/>
    <dgm:cxn modelId="{29DB64B8-9BF6-4DAD-B9FC-E05B736053E8}" type="presParOf" srcId="{983D43B1-039C-4976-98C9-645805D69C25}" destId="{9AFE3C3B-7AEB-4FFC-9744-4258EC0A9596}" srcOrd="0" destOrd="0" presId="urn:microsoft.com/office/officeart/2005/8/layout/hList9"/>
    <dgm:cxn modelId="{8E3BFD52-7205-4896-87E8-BE28823ECF6F}" type="presParOf" srcId="{983D43B1-039C-4976-98C9-645805D69C25}" destId="{CB9197C6-8366-459A-92A2-A70341649FD7}" srcOrd="1" destOrd="0" presId="urn:microsoft.com/office/officeart/2005/8/layout/hList9"/>
    <dgm:cxn modelId="{0DDE0439-C58C-4FFE-B0FD-C8A809860F95}" type="presParOf" srcId="{6D03678F-E9E6-42E8-98D9-70BAB7BA3AE1}" destId="{58FCB217-7D1E-4FE1-BA41-F3452452B6EF}" srcOrd="2" destOrd="0" presId="urn:microsoft.com/office/officeart/2005/8/layout/hList9"/>
    <dgm:cxn modelId="{BB827467-3041-44E6-B05E-5A1FD23FF1B6}" type="presParOf" srcId="{6D03678F-E9E6-42E8-98D9-70BAB7BA3AE1}" destId="{072A7099-913B-497C-B8DE-7E6AFEEBA22D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D3C19C-0F43-409F-8645-370F74E5E55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54E8B46-BD26-4E37-9280-A9E54A3437FA}">
      <dgm:prSet phldrT="[Текст]"/>
      <dgm:spPr/>
      <dgm:t>
        <a:bodyPr/>
        <a:lstStyle/>
        <a:p>
          <a:r>
            <a:rPr lang="ru-RU" b="1" dirty="0" smtClean="0"/>
            <a:t>Классный чин</a:t>
          </a:r>
          <a:endParaRPr lang="ru-RU" b="1" dirty="0"/>
        </a:p>
      </dgm:t>
    </dgm:pt>
    <dgm:pt modelId="{C1698A21-4A9B-4DA6-B51F-E1DA150BC6E8}" type="parTrans" cxnId="{FF794BC0-ED36-4223-A2DF-9A72B10E9FF8}">
      <dgm:prSet/>
      <dgm:spPr/>
      <dgm:t>
        <a:bodyPr/>
        <a:lstStyle/>
        <a:p>
          <a:endParaRPr lang="ru-RU"/>
        </a:p>
      </dgm:t>
    </dgm:pt>
    <dgm:pt modelId="{821F8DDB-F1DA-47BF-9640-4983C2970A1E}" type="sibTrans" cxnId="{FF794BC0-ED36-4223-A2DF-9A72B10E9FF8}">
      <dgm:prSet/>
      <dgm:spPr/>
      <dgm:t>
        <a:bodyPr/>
        <a:lstStyle/>
        <a:p>
          <a:endParaRPr lang="ru-RU"/>
        </a:p>
      </dgm:t>
    </dgm:pt>
    <dgm:pt modelId="{8C59F328-E181-4011-8C96-12FB7C79E4B0}">
      <dgm:prSet phldrT="[Текст]"/>
      <dgm:spPr/>
      <dgm:t>
        <a:bodyPr/>
        <a:lstStyle/>
        <a:p>
          <a:r>
            <a:rPr lang="ru-RU" dirty="0" smtClean="0"/>
            <a:t>Первый</a:t>
          </a:r>
          <a:endParaRPr lang="ru-RU" dirty="0"/>
        </a:p>
      </dgm:t>
    </dgm:pt>
    <dgm:pt modelId="{3DB27441-EAE5-4452-9CDE-4670425F66DA}" type="parTrans" cxnId="{B7D01B35-A818-4109-847B-B7CBF6610AD3}">
      <dgm:prSet/>
      <dgm:spPr/>
      <dgm:t>
        <a:bodyPr/>
        <a:lstStyle/>
        <a:p>
          <a:endParaRPr lang="ru-RU"/>
        </a:p>
      </dgm:t>
    </dgm:pt>
    <dgm:pt modelId="{6FEF9501-19FA-4B5C-B945-5A82EB42FB80}" type="sibTrans" cxnId="{B7D01B35-A818-4109-847B-B7CBF6610AD3}">
      <dgm:prSet/>
      <dgm:spPr/>
      <dgm:t>
        <a:bodyPr/>
        <a:lstStyle/>
        <a:p>
          <a:endParaRPr lang="ru-RU"/>
        </a:p>
      </dgm:t>
    </dgm:pt>
    <dgm:pt modelId="{D4625F5E-0D71-4FB2-86EC-053AC7C035F1}">
      <dgm:prSet phldrT="[Текст]"/>
      <dgm:spPr/>
      <dgm:t>
        <a:bodyPr/>
        <a:lstStyle/>
        <a:p>
          <a:r>
            <a:rPr lang="ru-RU" dirty="0" smtClean="0"/>
            <a:t>Очередной</a:t>
          </a:r>
          <a:endParaRPr lang="ru-RU" dirty="0"/>
        </a:p>
      </dgm:t>
    </dgm:pt>
    <dgm:pt modelId="{3CB27C93-44BB-4F9E-98A2-873CE5796D70}" type="parTrans" cxnId="{2C4E4ABE-305D-4A8A-90D7-B0CDD35460F0}">
      <dgm:prSet/>
      <dgm:spPr/>
      <dgm:t>
        <a:bodyPr/>
        <a:lstStyle/>
        <a:p>
          <a:endParaRPr lang="ru-RU"/>
        </a:p>
      </dgm:t>
    </dgm:pt>
    <dgm:pt modelId="{ADFBC0B4-DF3C-4ACE-87F4-E562860BA450}" type="sibTrans" cxnId="{2C4E4ABE-305D-4A8A-90D7-B0CDD35460F0}">
      <dgm:prSet/>
      <dgm:spPr/>
      <dgm:t>
        <a:bodyPr/>
        <a:lstStyle/>
        <a:p>
          <a:endParaRPr lang="ru-RU"/>
        </a:p>
      </dgm:t>
    </dgm:pt>
    <dgm:pt modelId="{3CDD2BA7-66B8-4F72-91A8-3C4F0EF9AD94}" type="pres">
      <dgm:prSet presAssocID="{87D3C19C-0F43-409F-8645-370F74E5E55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A92B2F6-AC7B-499B-BF7A-28C43576F22F}" type="pres">
      <dgm:prSet presAssocID="{754E8B46-BD26-4E37-9280-A9E54A3437FA}" presName="hierRoot1" presStyleCnt="0">
        <dgm:presLayoutVars>
          <dgm:hierBranch val="init"/>
        </dgm:presLayoutVars>
      </dgm:prSet>
      <dgm:spPr/>
    </dgm:pt>
    <dgm:pt modelId="{CC93B745-616F-469E-A6B9-D24B00C1C764}" type="pres">
      <dgm:prSet presAssocID="{754E8B46-BD26-4E37-9280-A9E54A3437FA}" presName="rootComposite1" presStyleCnt="0"/>
      <dgm:spPr/>
    </dgm:pt>
    <dgm:pt modelId="{35D91A6C-67CF-42D7-A122-55DA8403CF8B}" type="pres">
      <dgm:prSet presAssocID="{754E8B46-BD26-4E37-9280-A9E54A3437FA}" presName="rootText1" presStyleLbl="node0" presStyleIdx="0" presStyleCnt="1" custScaleX="18219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915721-1374-4D3D-8087-79787F696376}" type="pres">
      <dgm:prSet presAssocID="{754E8B46-BD26-4E37-9280-A9E54A3437FA}" presName="rootConnector1" presStyleLbl="node1" presStyleIdx="0" presStyleCnt="0"/>
      <dgm:spPr/>
      <dgm:t>
        <a:bodyPr/>
        <a:lstStyle/>
        <a:p>
          <a:endParaRPr lang="ru-RU"/>
        </a:p>
      </dgm:t>
    </dgm:pt>
    <dgm:pt modelId="{55E1D0DF-0280-4174-9E57-7F72305E9BEF}" type="pres">
      <dgm:prSet presAssocID="{754E8B46-BD26-4E37-9280-A9E54A3437FA}" presName="hierChild2" presStyleCnt="0"/>
      <dgm:spPr/>
    </dgm:pt>
    <dgm:pt modelId="{686A5447-0B9B-458F-8C27-9D887A479F39}" type="pres">
      <dgm:prSet presAssocID="{3DB27441-EAE5-4452-9CDE-4670425F66DA}" presName="Name37" presStyleLbl="parChTrans1D2" presStyleIdx="0" presStyleCnt="2"/>
      <dgm:spPr/>
      <dgm:t>
        <a:bodyPr/>
        <a:lstStyle/>
        <a:p>
          <a:endParaRPr lang="ru-RU"/>
        </a:p>
      </dgm:t>
    </dgm:pt>
    <dgm:pt modelId="{1A7A080B-E298-4DFE-BE29-EAE0432BD353}" type="pres">
      <dgm:prSet presAssocID="{8C59F328-E181-4011-8C96-12FB7C79E4B0}" presName="hierRoot2" presStyleCnt="0">
        <dgm:presLayoutVars>
          <dgm:hierBranch val="init"/>
        </dgm:presLayoutVars>
      </dgm:prSet>
      <dgm:spPr/>
    </dgm:pt>
    <dgm:pt modelId="{595B23C3-03E1-4010-87E1-6A2DDDAE4C80}" type="pres">
      <dgm:prSet presAssocID="{8C59F328-E181-4011-8C96-12FB7C79E4B0}" presName="rootComposite" presStyleCnt="0"/>
      <dgm:spPr/>
    </dgm:pt>
    <dgm:pt modelId="{BF21EC9D-3460-446B-9FD2-CD0A8BD440F4}" type="pres">
      <dgm:prSet presAssocID="{8C59F328-E181-4011-8C96-12FB7C79E4B0}" presName="rootText" presStyleLbl="node2" presStyleIdx="0" presStyleCnt="2" custScaleX="11578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6A5335-473A-4C65-974D-199809C68460}" type="pres">
      <dgm:prSet presAssocID="{8C59F328-E181-4011-8C96-12FB7C79E4B0}" presName="rootConnector" presStyleLbl="node2" presStyleIdx="0" presStyleCnt="2"/>
      <dgm:spPr/>
      <dgm:t>
        <a:bodyPr/>
        <a:lstStyle/>
        <a:p>
          <a:endParaRPr lang="ru-RU"/>
        </a:p>
      </dgm:t>
    </dgm:pt>
    <dgm:pt modelId="{DDB38CD2-1B0F-4F08-A3CC-300266073CCA}" type="pres">
      <dgm:prSet presAssocID="{8C59F328-E181-4011-8C96-12FB7C79E4B0}" presName="hierChild4" presStyleCnt="0"/>
      <dgm:spPr/>
    </dgm:pt>
    <dgm:pt modelId="{1742B3BD-6F17-4CD0-83E3-7E3E61D6664E}" type="pres">
      <dgm:prSet presAssocID="{8C59F328-E181-4011-8C96-12FB7C79E4B0}" presName="hierChild5" presStyleCnt="0"/>
      <dgm:spPr/>
    </dgm:pt>
    <dgm:pt modelId="{A8BD9446-3932-4B91-B1CD-DEF1D73DEB3C}" type="pres">
      <dgm:prSet presAssocID="{3CB27C93-44BB-4F9E-98A2-873CE5796D70}" presName="Name37" presStyleLbl="parChTrans1D2" presStyleIdx="1" presStyleCnt="2"/>
      <dgm:spPr/>
      <dgm:t>
        <a:bodyPr/>
        <a:lstStyle/>
        <a:p>
          <a:endParaRPr lang="ru-RU"/>
        </a:p>
      </dgm:t>
    </dgm:pt>
    <dgm:pt modelId="{1CFBAF4C-9BE8-4ECA-AA6F-9106EE20BC35}" type="pres">
      <dgm:prSet presAssocID="{D4625F5E-0D71-4FB2-86EC-053AC7C035F1}" presName="hierRoot2" presStyleCnt="0">
        <dgm:presLayoutVars>
          <dgm:hierBranch val="init"/>
        </dgm:presLayoutVars>
      </dgm:prSet>
      <dgm:spPr/>
    </dgm:pt>
    <dgm:pt modelId="{4378F6D3-2E52-40DB-AC41-00EB0784D577}" type="pres">
      <dgm:prSet presAssocID="{D4625F5E-0D71-4FB2-86EC-053AC7C035F1}" presName="rootComposite" presStyleCnt="0"/>
      <dgm:spPr/>
    </dgm:pt>
    <dgm:pt modelId="{2557B927-31D1-4741-B551-B8BC6D8B237F}" type="pres">
      <dgm:prSet presAssocID="{D4625F5E-0D71-4FB2-86EC-053AC7C035F1}" presName="rootText" presStyleLbl="node2" presStyleIdx="1" presStyleCnt="2" custScaleX="12104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15D3A69-B99F-4766-A6B8-A3503BA63AC0}" type="pres">
      <dgm:prSet presAssocID="{D4625F5E-0D71-4FB2-86EC-053AC7C035F1}" presName="rootConnector" presStyleLbl="node2" presStyleIdx="1" presStyleCnt="2"/>
      <dgm:spPr/>
      <dgm:t>
        <a:bodyPr/>
        <a:lstStyle/>
        <a:p>
          <a:endParaRPr lang="ru-RU"/>
        </a:p>
      </dgm:t>
    </dgm:pt>
    <dgm:pt modelId="{D618ADBA-73AA-45E8-98D6-2EE993E50C9F}" type="pres">
      <dgm:prSet presAssocID="{D4625F5E-0D71-4FB2-86EC-053AC7C035F1}" presName="hierChild4" presStyleCnt="0"/>
      <dgm:spPr/>
    </dgm:pt>
    <dgm:pt modelId="{53F44611-6262-44A8-A01F-35FF29CC1471}" type="pres">
      <dgm:prSet presAssocID="{D4625F5E-0D71-4FB2-86EC-053AC7C035F1}" presName="hierChild5" presStyleCnt="0"/>
      <dgm:spPr/>
    </dgm:pt>
    <dgm:pt modelId="{20E6E159-13CA-4EDA-BB60-842ABB14DE05}" type="pres">
      <dgm:prSet presAssocID="{754E8B46-BD26-4E37-9280-A9E54A3437FA}" presName="hierChild3" presStyleCnt="0"/>
      <dgm:spPr/>
    </dgm:pt>
  </dgm:ptLst>
  <dgm:cxnLst>
    <dgm:cxn modelId="{8FD01388-F4A7-48FC-A22A-EFE666753ED8}" type="presOf" srcId="{87D3C19C-0F43-409F-8645-370F74E5E55E}" destId="{3CDD2BA7-66B8-4F72-91A8-3C4F0EF9AD94}" srcOrd="0" destOrd="0" presId="urn:microsoft.com/office/officeart/2005/8/layout/orgChart1"/>
    <dgm:cxn modelId="{2C4E4ABE-305D-4A8A-90D7-B0CDD35460F0}" srcId="{754E8B46-BD26-4E37-9280-A9E54A3437FA}" destId="{D4625F5E-0D71-4FB2-86EC-053AC7C035F1}" srcOrd="1" destOrd="0" parTransId="{3CB27C93-44BB-4F9E-98A2-873CE5796D70}" sibTransId="{ADFBC0B4-DF3C-4ACE-87F4-E562860BA450}"/>
    <dgm:cxn modelId="{60671669-D73B-4C64-88AE-5DC5B362C17A}" type="presOf" srcId="{D4625F5E-0D71-4FB2-86EC-053AC7C035F1}" destId="{F15D3A69-B99F-4766-A6B8-A3503BA63AC0}" srcOrd="1" destOrd="0" presId="urn:microsoft.com/office/officeart/2005/8/layout/orgChart1"/>
    <dgm:cxn modelId="{B7D01B35-A818-4109-847B-B7CBF6610AD3}" srcId="{754E8B46-BD26-4E37-9280-A9E54A3437FA}" destId="{8C59F328-E181-4011-8C96-12FB7C79E4B0}" srcOrd="0" destOrd="0" parTransId="{3DB27441-EAE5-4452-9CDE-4670425F66DA}" sibTransId="{6FEF9501-19FA-4B5C-B945-5A82EB42FB80}"/>
    <dgm:cxn modelId="{610BB7AC-E5BC-4386-B1C9-05B98DDF4F73}" type="presOf" srcId="{8C59F328-E181-4011-8C96-12FB7C79E4B0}" destId="{5C6A5335-473A-4C65-974D-199809C68460}" srcOrd="1" destOrd="0" presId="urn:microsoft.com/office/officeart/2005/8/layout/orgChart1"/>
    <dgm:cxn modelId="{737B6C94-8746-45F9-951A-9B95F37BBF88}" type="presOf" srcId="{8C59F328-E181-4011-8C96-12FB7C79E4B0}" destId="{BF21EC9D-3460-446B-9FD2-CD0A8BD440F4}" srcOrd="0" destOrd="0" presId="urn:microsoft.com/office/officeart/2005/8/layout/orgChart1"/>
    <dgm:cxn modelId="{FC985742-B3A1-4B06-B7B2-B6DBAAA0B3F4}" type="presOf" srcId="{754E8B46-BD26-4E37-9280-A9E54A3437FA}" destId="{03915721-1374-4D3D-8087-79787F696376}" srcOrd="1" destOrd="0" presId="urn:microsoft.com/office/officeart/2005/8/layout/orgChart1"/>
    <dgm:cxn modelId="{FF794BC0-ED36-4223-A2DF-9A72B10E9FF8}" srcId="{87D3C19C-0F43-409F-8645-370F74E5E55E}" destId="{754E8B46-BD26-4E37-9280-A9E54A3437FA}" srcOrd="0" destOrd="0" parTransId="{C1698A21-4A9B-4DA6-B51F-E1DA150BC6E8}" sibTransId="{821F8DDB-F1DA-47BF-9640-4983C2970A1E}"/>
    <dgm:cxn modelId="{361D9C93-5541-44FD-A1F5-620B024770C9}" type="presOf" srcId="{3DB27441-EAE5-4452-9CDE-4670425F66DA}" destId="{686A5447-0B9B-458F-8C27-9D887A479F39}" srcOrd="0" destOrd="0" presId="urn:microsoft.com/office/officeart/2005/8/layout/orgChart1"/>
    <dgm:cxn modelId="{86647BDF-CA69-47BB-BB1C-EC6BE3743D27}" type="presOf" srcId="{D4625F5E-0D71-4FB2-86EC-053AC7C035F1}" destId="{2557B927-31D1-4741-B551-B8BC6D8B237F}" srcOrd="0" destOrd="0" presId="urn:microsoft.com/office/officeart/2005/8/layout/orgChart1"/>
    <dgm:cxn modelId="{FF59E013-3C6C-4404-8F90-0DF6C27F7332}" type="presOf" srcId="{754E8B46-BD26-4E37-9280-A9E54A3437FA}" destId="{35D91A6C-67CF-42D7-A122-55DA8403CF8B}" srcOrd="0" destOrd="0" presId="urn:microsoft.com/office/officeart/2005/8/layout/orgChart1"/>
    <dgm:cxn modelId="{FE0F14C9-9019-4945-B29B-351F4896B3C0}" type="presOf" srcId="{3CB27C93-44BB-4F9E-98A2-873CE5796D70}" destId="{A8BD9446-3932-4B91-B1CD-DEF1D73DEB3C}" srcOrd="0" destOrd="0" presId="urn:microsoft.com/office/officeart/2005/8/layout/orgChart1"/>
    <dgm:cxn modelId="{60328FA4-A831-46F5-BF05-563C0C2A0A5C}" type="presParOf" srcId="{3CDD2BA7-66B8-4F72-91A8-3C4F0EF9AD94}" destId="{FA92B2F6-AC7B-499B-BF7A-28C43576F22F}" srcOrd="0" destOrd="0" presId="urn:microsoft.com/office/officeart/2005/8/layout/orgChart1"/>
    <dgm:cxn modelId="{D973B7FE-CFAE-4D3C-A5CF-9FE3ACE05E2D}" type="presParOf" srcId="{FA92B2F6-AC7B-499B-BF7A-28C43576F22F}" destId="{CC93B745-616F-469E-A6B9-D24B00C1C764}" srcOrd="0" destOrd="0" presId="urn:microsoft.com/office/officeart/2005/8/layout/orgChart1"/>
    <dgm:cxn modelId="{BDDF6089-F73B-443B-AE40-231CAA2F0409}" type="presParOf" srcId="{CC93B745-616F-469E-A6B9-D24B00C1C764}" destId="{35D91A6C-67CF-42D7-A122-55DA8403CF8B}" srcOrd="0" destOrd="0" presId="urn:microsoft.com/office/officeart/2005/8/layout/orgChart1"/>
    <dgm:cxn modelId="{82317F01-F483-4F62-91A2-626C61515BC1}" type="presParOf" srcId="{CC93B745-616F-469E-A6B9-D24B00C1C764}" destId="{03915721-1374-4D3D-8087-79787F696376}" srcOrd="1" destOrd="0" presId="urn:microsoft.com/office/officeart/2005/8/layout/orgChart1"/>
    <dgm:cxn modelId="{76E60762-855B-4D5D-B755-D93201026C83}" type="presParOf" srcId="{FA92B2F6-AC7B-499B-BF7A-28C43576F22F}" destId="{55E1D0DF-0280-4174-9E57-7F72305E9BEF}" srcOrd="1" destOrd="0" presId="urn:microsoft.com/office/officeart/2005/8/layout/orgChart1"/>
    <dgm:cxn modelId="{DE7F2C2B-14A8-4FE9-B75F-F16C0E83A190}" type="presParOf" srcId="{55E1D0DF-0280-4174-9E57-7F72305E9BEF}" destId="{686A5447-0B9B-458F-8C27-9D887A479F39}" srcOrd="0" destOrd="0" presId="urn:microsoft.com/office/officeart/2005/8/layout/orgChart1"/>
    <dgm:cxn modelId="{6243C7B6-5C05-4BD7-8523-A49BCBD24411}" type="presParOf" srcId="{55E1D0DF-0280-4174-9E57-7F72305E9BEF}" destId="{1A7A080B-E298-4DFE-BE29-EAE0432BD353}" srcOrd="1" destOrd="0" presId="urn:microsoft.com/office/officeart/2005/8/layout/orgChart1"/>
    <dgm:cxn modelId="{E23243B8-0526-4C10-A54D-CBD67E8BED8A}" type="presParOf" srcId="{1A7A080B-E298-4DFE-BE29-EAE0432BD353}" destId="{595B23C3-03E1-4010-87E1-6A2DDDAE4C80}" srcOrd="0" destOrd="0" presId="urn:microsoft.com/office/officeart/2005/8/layout/orgChart1"/>
    <dgm:cxn modelId="{0A533563-B6E5-4BDD-A130-650E31E02248}" type="presParOf" srcId="{595B23C3-03E1-4010-87E1-6A2DDDAE4C80}" destId="{BF21EC9D-3460-446B-9FD2-CD0A8BD440F4}" srcOrd="0" destOrd="0" presId="urn:microsoft.com/office/officeart/2005/8/layout/orgChart1"/>
    <dgm:cxn modelId="{C8D5AE03-E6DA-4CBE-BCE6-000EFE23E7B9}" type="presParOf" srcId="{595B23C3-03E1-4010-87E1-6A2DDDAE4C80}" destId="{5C6A5335-473A-4C65-974D-199809C68460}" srcOrd="1" destOrd="0" presId="urn:microsoft.com/office/officeart/2005/8/layout/orgChart1"/>
    <dgm:cxn modelId="{CCA78A9B-DDE6-47A0-949A-090D484632EB}" type="presParOf" srcId="{1A7A080B-E298-4DFE-BE29-EAE0432BD353}" destId="{DDB38CD2-1B0F-4F08-A3CC-300266073CCA}" srcOrd="1" destOrd="0" presId="urn:microsoft.com/office/officeart/2005/8/layout/orgChart1"/>
    <dgm:cxn modelId="{5AC60954-0582-41B9-B01A-46E492279EF5}" type="presParOf" srcId="{1A7A080B-E298-4DFE-BE29-EAE0432BD353}" destId="{1742B3BD-6F17-4CD0-83E3-7E3E61D6664E}" srcOrd="2" destOrd="0" presId="urn:microsoft.com/office/officeart/2005/8/layout/orgChart1"/>
    <dgm:cxn modelId="{84A66892-CB69-44D0-B812-6C92F3151151}" type="presParOf" srcId="{55E1D0DF-0280-4174-9E57-7F72305E9BEF}" destId="{A8BD9446-3932-4B91-B1CD-DEF1D73DEB3C}" srcOrd="2" destOrd="0" presId="urn:microsoft.com/office/officeart/2005/8/layout/orgChart1"/>
    <dgm:cxn modelId="{6DB11D3D-4DDB-4312-8E15-59D939B0198A}" type="presParOf" srcId="{55E1D0DF-0280-4174-9E57-7F72305E9BEF}" destId="{1CFBAF4C-9BE8-4ECA-AA6F-9106EE20BC35}" srcOrd="3" destOrd="0" presId="urn:microsoft.com/office/officeart/2005/8/layout/orgChart1"/>
    <dgm:cxn modelId="{180B8EF5-2575-470A-B16E-ED1F44E7CAD5}" type="presParOf" srcId="{1CFBAF4C-9BE8-4ECA-AA6F-9106EE20BC35}" destId="{4378F6D3-2E52-40DB-AC41-00EB0784D577}" srcOrd="0" destOrd="0" presId="urn:microsoft.com/office/officeart/2005/8/layout/orgChart1"/>
    <dgm:cxn modelId="{C455B835-CC9A-44CB-B80B-508FCDD59843}" type="presParOf" srcId="{4378F6D3-2E52-40DB-AC41-00EB0784D577}" destId="{2557B927-31D1-4741-B551-B8BC6D8B237F}" srcOrd="0" destOrd="0" presId="urn:microsoft.com/office/officeart/2005/8/layout/orgChart1"/>
    <dgm:cxn modelId="{8A2E61AE-235E-4134-830C-B1D0956CDC76}" type="presParOf" srcId="{4378F6D3-2E52-40DB-AC41-00EB0784D577}" destId="{F15D3A69-B99F-4766-A6B8-A3503BA63AC0}" srcOrd="1" destOrd="0" presId="urn:microsoft.com/office/officeart/2005/8/layout/orgChart1"/>
    <dgm:cxn modelId="{2EED0C4C-2C9F-477F-B94C-9674F257B34E}" type="presParOf" srcId="{1CFBAF4C-9BE8-4ECA-AA6F-9106EE20BC35}" destId="{D618ADBA-73AA-45E8-98D6-2EE993E50C9F}" srcOrd="1" destOrd="0" presId="urn:microsoft.com/office/officeart/2005/8/layout/orgChart1"/>
    <dgm:cxn modelId="{B4CC300D-CBF2-4CAE-ABE6-DEE9B62A14AF}" type="presParOf" srcId="{1CFBAF4C-9BE8-4ECA-AA6F-9106EE20BC35}" destId="{53F44611-6262-44A8-A01F-35FF29CC1471}" srcOrd="2" destOrd="0" presId="urn:microsoft.com/office/officeart/2005/8/layout/orgChart1"/>
    <dgm:cxn modelId="{89B6F808-5B43-4670-821E-15F9C838CBCE}" type="presParOf" srcId="{FA92B2F6-AC7B-499B-BF7A-28C43576F22F}" destId="{20E6E159-13CA-4EDA-BB60-842ABB14DE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D3C19C-0F43-409F-8645-370F74E5E55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54E8B46-BD26-4E37-9280-A9E54A3437FA}">
      <dgm:prSet phldrT="[Текст]"/>
      <dgm:spPr/>
      <dgm:t>
        <a:bodyPr/>
        <a:lstStyle/>
        <a:p>
          <a:r>
            <a:rPr lang="ru-RU" b="1" dirty="0" smtClean="0"/>
            <a:t>Классный чин</a:t>
          </a:r>
          <a:endParaRPr lang="ru-RU" b="1" dirty="0"/>
        </a:p>
      </dgm:t>
    </dgm:pt>
    <dgm:pt modelId="{C1698A21-4A9B-4DA6-B51F-E1DA150BC6E8}" type="parTrans" cxnId="{FF794BC0-ED36-4223-A2DF-9A72B10E9FF8}">
      <dgm:prSet/>
      <dgm:spPr/>
      <dgm:t>
        <a:bodyPr/>
        <a:lstStyle/>
        <a:p>
          <a:endParaRPr lang="ru-RU"/>
        </a:p>
      </dgm:t>
    </dgm:pt>
    <dgm:pt modelId="{821F8DDB-F1DA-47BF-9640-4983C2970A1E}" type="sibTrans" cxnId="{FF794BC0-ED36-4223-A2DF-9A72B10E9FF8}">
      <dgm:prSet/>
      <dgm:spPr/>
      <dgm:t>
        <a:bodyPr/>
        <a:lstStyle/>
        <a:p>
          <a:endParaRPr lang="ru-RU"/>
        </a:p>
      </dgm:t>
    </dgm:pt>
    <dgm:pt modelId="{8C59F328-E181-4011-8C96-12FB7C79E4B0}">
      <dgm:prSet phldrT="[Текст]"/>
      <dgm:spPr/>
      <dgm:t>
        <a:bodyPr/>
        <a:lstStyle/>
        <a:p>
          <a:r>
            <a:rPr lang="ru-RU" dirty="0" smtClean="0"/>
            <a:t>Первый</a:t>
          </a:r>
          <a:endParaRPr lang="ru-RU" dirty="0"/>
        </a:p>
      </dgm:t>
    </dgm:pt>
    <dgm:pt modelId="{3DB27441-EAE5-4452-9CDE-4670425F66DA}" type="parTrans" cxnId="{B7D01B35-A818-4109-847B-B7CBF6610AD3}">
      <dgm:prSet/>
      <dgm:spPr/>
      <dgm:t>
        <a:bodyPr/>
        <a:lstStyle/>
        <a:p>
          <a:endParaRPr lang="ru-RU"/>
        </a:p>
      </dgm:t>
    </dgm:pt>
    <dgm:pt modelId="{6FEF9501-19FA-4B5C-B945-5A82EB42FB80}" type="sibTrans" cxnId="{B7D01B35-A818-4109-847B-B7CBF6610AD3}">
      <dgm:prSet/>
      <dgm:spPr/>
      <dgm:t>
        <a:bodyPr/>
        <a:lstStyle/>
        <a:p>
          <a:endParaRPr lang="ru-RU"/>
        </a:p>
      </dgm:t>
    </dgm:pt>
    <dgm:pt modelId="{D4625F5E-0D71-4FB2-86EC-053AC7C035F1}">
      <dgm:prSet phldrT="[Текст]"/>
      <dgm:spPr/>
      <dgm:t>
        <a:bodyPr/>
        <a:lstStyle/>
        <a:p>
          <a:r>
            <a:rPr lang="ru-RU" dirty="0" smtClean="0"/>
            <a:t>Очередной</a:t>
          </a:r>
          <a:endParaRPr lang="ru-RU" dirty="0"/>
        </a:p>
      </dgm:t>
    </dgm:pt>
    <dgm:pt modelId="{3CB27C93-44BB-4F9E-98A2-873CE5796D70}" type="parTrans" cxnId="{2C4E4ABE-305D-4A8A-90D7-B0CDD35460F0}">
      <dgm:prSet/>
      <dgm:spPr/>
      <dgm:t>
        <a:bodyPr/>
        <a:lstStyle/>
        <a:p>
          <a:endParaRPr lang="ru-RU"/>
        </a:p>
      </dgm:t>
    </dgm:pt>
    <dgm:pt modelId="{ADFBC0B4-DF3C-4ACE-87F4-E562860BA450}" type="sibTrans" cxnId="{2C4E4ABE-305D-4A8A-90D7-B0CDD35460F0}">
      <dgm:prSet/>
      <dgm:spPr/>
      <dgm:t>
        <a:bodyPr/>
        <a:lstStyle/>
        <a:p>
          <a:endParaRPr lang="ru-RU"/>
        </a:p>
      </dgm:t>
    </dgm:pt>
    <dgm:pt modelId="{3CDD2BA7-66B8-4F72-91A8-3C4F0EF9AD94}" type="pres">
      <dgm:prSet presAssocID="{87D3C19C-0F43-409F-8645-370F74E5E55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FA92B2F6-AC7B-499B-BF7A-28C43576F22F}" type="pres">
      <dgm:prSet presAssocID="{754E8B46-BD26-4E37-9280-A9E54A3437FA}" presName="hierRoot1" presStyleCnt="0">
        <dgm:presLayoutVars>
          <dgm:hierBranch val="init"/>
        </dgm:presLayoutVars>
      </dgm:prSet>
      <dgm:spPr/>
    </dgm:pt>
    <dgm:pt modelId="{CC93B745-616F-469E-A6B9-D24B00C1C764}" type="pres">
      <dgm:prSet presAssocID="{754E8B46-BD26-4E37-9280-A9E54A3437FA}" presName="rootComposite1" presStyleCnt="0"/>
      <dgm:spPr/>
    </dgm:pt>
    <dgm:pt modelId="{35D91A6C-67CF-42D7-A122-55DA8403CF8B}" type="pres">
      <dgm:prSet presAssocID="{754E8B46-BD26-4E37-9280-A9E54A3437FA}" presName="rootText1" presStyleLbl="node0" presStyleIdx="0" presStyleCnt="1" custScaleX="18219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3915721-1374-4D3D-8087-79787F696376}" type="pres">
      <dgm:prSet presAssocID="{754E8B46-BD26-4E37-9280-A9E54A3437FA}" presName="rootConnector1" presStyleLbl="node1" presStyleIdx="0" presStyleCnt="0"/>
      <dgm:spPr/>
      <dgm:t>
        <a:bodyPr/>
        <a:lstStyle/>
        <a:p>
          <a:endParaRPr lang="ru-RU"/>
        </a:p>
      </dgm:t>
    </dgm:pt>
    <dgm:pt modelId="{55E1D0DF-0280-4174-9E57-7F72305E9BEF}" type="pres">
      <dgm:prSet presAssocID="{754E8B46-BD26-4E37-9280-A9E54A3437FA}" presName="hierChild2" presStyleCnt="0"/>
      <dgm:spPr/>
    </dgm:pt>
    <dgm:pt modelId="{686A5447-0B9B-458F-8C27-9D887A479F39}" type="pres">
      <dgm:prSet presAssocID="{3DB27441-EAE5-4452-9CDE-4670425F66DA}" presName="Name37" presStyleLbl="parChTrans1D2" presStyleIdx="0" presStyleCnt="2"/>
      <dgm:spPr/>
      <dgm:t>
        <a:bodyPr/>
        <a:lstStyle/>
        <a:p>
          <a:endParaRPr lang="ru-RU"/>
        </a:p>
      </dgm:t>
    </dgm:pt>
    <dgm:pt modelId="{1A7A080B-E298-4DFE-BE29-EAE0432BD353}" type="pres">
      <dgm:prSet presAssocID="{8C59F328-E181-4011-8C96-12FB7C79E4B0}" presName="hierRoot2" presStyleCnt="0">
        <dgm:presLayoutVars>
          <dgm:hierBranch val="init"/>
        </dgm:presLayoutVars>
      </dgm:prSet>
      <dgm:spPr/>
    </dgm:pt>
    <dgm:pt modelId="{595B23C3-03E1-4010-87E1-6A2DDDAE4C80}" type="pres">
      <dgm:prSet presAssocID="{8C59F328-E181-4011-8C96-12FB7C79E4B0}" presName="rootComposite" presStyleCnt="0"/>
      <dgm:spPr/>
    </dgm:pt>
    <dgm:pt modelId="{BF21EC9D-3460-446B-9FD2-CD0A8BD440F4}" type="pres">
      <dgm:prSet presAssocID="{8C59F328-E181-4011-8C96-12FB7C79E4B0}" presName="rootText" presStyleLbl="node2" presStyleIdx="0" presStyleCnt="2" custScaleX="11578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6A5335-473A-4C65-974D-199809C68460}" type="pres">
      <dgm:prSet presAssocID="{8C59F328-E181-4011-8C96-12FB7C79E4B0}" presName="rootConnector" presStyleLbl="node2" presStyleIdx="0" presStyleCnt="2"/>
      <dgm:spPr/>
      <dgm:t>
        <a:bodyPr/>
        <a:lstStyle/>
        <a:p>
          <a:endParaRPr lang="ru-RU"/>
        </a:p>
      </dgm:t>
    </dgm:pt>
    <dgm:pt modelId="{DDB38CD2-1B0F-4F08-A3CC-300266073CCA}" type="pres">
      <dgm:prSet presAssocID="{8C59F328-E181-4011-8C96-12FB7C79E4B0}" presName="hierChild4" presStyleCnt="0"/>
      <dgm:spPr/>
    </dgm:pt>
    <dgm:pt modelId="{1742B3BD-6F17-4CD0-83E3-7E3E61D6664E}" type="pres">
      <dgm:prSet presAssocID="{8C59F328-E181-4011-8C96-12FB7C79E4B0}" presName="hierChild5" presStyleCnt="0"/>
      <dgm:spPr/>
    </dgm:pt>
    <dgm:pt modelId="{A8BD9446-3932-4B91-B1CD-DEF1D73DEB3C}" type="pres">
      <dgm:prSet presAssocID="{3CB27C93-44BB-4F9E-98A2-873CE5796D70}" presName="Name37" presStyleLbl="parChTrans1D2" presStyleIdx="1" presStyleCnt="2"/>
      <dgm:spPr/>
      <dgm:t>
        <a:bodyPr/>
        <a:lstStyle/>
        <a:p>
          <a:endParaRPr lang="ru-RU"/>
        </a:p>
      </dgm:t>
    </dgm:pt>
    <dgm:pt modelId="{1CFBAF4C-9BE8-4ECA-AA6F-9106EE20BC35}" type="pres">
      <dgm:prSet presAssocID="{D4625F5E-0D71-4FB2-86EC-053AC7C035F1}" presName="hierRoot2" presStyleCnt="0">
        <dgm:presLayoutVars>
          <dgm:hierBranch val="init"/>
        </dgm:presLayoutVars>
      </dgm:prSet>
      <dgm:spPr/>
    </dgm:pt>
    <dgm:pt modelId="{4378F6D3-2E52-40DB-AC41-00EB0784D577}" type="pres">
      <dgm:prSet presAssocID="{D4625F5E-0D71-4FB2-86EC-053AC7C035F1}" presName="rootComposite" presStyleCnt="0"/>
      <dgm:spPr/>
    </dgm:pt>
    <dgm:pt modelId="{2557B927-31D1-4741-B551-B8BC6D8B237F}" type="pres">
      <dgm:prSet presAssocID="{D4625F5E-0D71-4FB2-86EC-053AC7C035F1}" presName="rootText" presStyleLbl="node2" presStyleIdx="1" presStyleCnt="2" custScaleX="12104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15D3A69-B99F-4766-A6B8-A3503BA63AC0}" type="pres">
      <dgm:prSet presAssocID="{D4625F5E-0D71-4FB2-86EC-053AC7C035F1}" presName="rootConnector" presStyleLbl="node2" presStyleIdx="1" presStyleCnt="2"/>
      <dgm:spPr/>
      <dgm:t>
        <a:bodyPr/>
        <a:lstStyle/>
        <a:p>
          <a:endParaRPr lang="ru-RU"/>
        </a:p>
      </dgm:t>
    </dgm:pt>
    <dgm:pt modelId="{D618ADBA-73AA-45E8-98D6-2EE993E50C9F}" type="pres">
      <dgm:prSet presAssocID="{D4625F5E-0D71-4FB2-86EC-053AC7C035F1}" presName="hierChild4" presStyleCnt="0"/>
      <dgm:spPr/>
    </dgm:pt>
    <dgm:pt modelId="{53F44611-6262-44A8-A01F-35FF29CC1471}" type="pres">
      <dgm:prSet presAssocID="{D4625F5E-0D71-4FB2-86EC-053AC7C035F1}" presName="hierChild5" presStyleCnt="0"/>
      <dgm:spPr/>
    </dgm:pt>
    <dgm:pt modelId="{20E6E159-13CA-4EDA-BB60-842ABB14DE05}" type="pres">
      <dgm:prSet presAssocID="{754E8B46-BD26-4E37-9280-A9E54A3437FA}" presName="hierChild3" presStyleCnt="0"/>
      <dgm:spPr/>
    </dgm:pt>
  </dgm:ptLst>
  <dgm:cxnLst>
    <dgm:cxn modelId="{2C4E4ABE-305D-4A8A-90D7-B0CDD35460F0}" srcId="{754E8B46-BD26-4E37-9280-A9E54A3437FA}" destId="{D4625F5E-0D71-4FB2-86EC-053AC7C035F1}" srcOrd="1" destOrd="0" parTransId="{3CB27C93-44BB-4F9E-98A2-873CE5796D70}" sibTransId="{ADFBC0B4-DF3C-4ACE-87F4-E562860BA450}"/>
    <dgm:cxn modelId="{B7D01B35-A818-4109-847B-B7CBF6610AD3}" srcId="{754E8B46-BD26-4E37-9280-A9E54A3437FA}" destId="{8C59F328-E181-4011-8C96-12FB7C79E4B0}" srcOrd="0" destOrd="0" parTransId="{3DB27441-EAE5-4452-9CDE-4670425F66DA}" sibTransId="{6FEF9501-19FA-4B5C-B945-5A82EB42FB80}"/>
    <dgm:cxn modelId="{359B46AC-B1A2-4DF7-A6CE-533109445D93}" type="presOf" srcId="{8C59F328-E181-4011-8C96-12FB7C79E4B0}" destId="{5C6A5335-473A-4C65-974D-199809C68460}" srcOrd="1" destOrd="0" presId="urn:microsoft.com/office/officeart/2005/8/layout/orgChart1"/>
    <dgm:cxn modelId="{247FE47D-B818-4561-8F0A-6E955005FDC3}" type="presOf" srcId="{8C59F328-E181-4011-8C96-12FB7C79E4B0}" destId="{BF21EC9D-3460-446B-9FD2-CD0A8BD440F4}" srcOrd="0" destOrd="0" presId="urn:microsoft.com/office/officeart/2005/8/layout/orgChart1"/>
    <dgm:cxn modelId="{0E5EA122-9D0F-44E7-9278-66872E881654}" type="presOf" srcId="{D4625F5E-0D71-4FB2-86EC-053AC7C035F1}" destId="{F15D3A69-B99F-4766-A6B8-A3503BA63AC0}" srcOrd="1" destOrd="0" presId="urn:microsoft.com/office/officeart/2005/8/layout/orgChart1"/>
    <dgm:cxn modelId="{F6E2A7AE-7855-40D3-9788-93522F621F53}" type="presOf" srcId="{3DB27441-EAE5-4452-9CDE-4670425F66DA}" destId="{686A5447-0B9B-458F-8C27-9D887A479F39}" srcOrd="0" destOrd="0" presId="urn:microsoft.com/office/officeart/2005/8/layout/orgChart1"/>
    <dgm:cxn modelId="{D9D3C2E7-1E02-40DE-841D-AC04ACCF9C95}" type="presOf" srcId="{754E8B46-BD26-4E37-9280-A9E54A3437FA}" destId="{35D91A6C-67CF-42D7-A122-55DA8403CF8B}" srcOrd="0" destOrd="0" presId="urn:microsoft.com/office/officeart/2005/8/layout/orgChart1"/>
    <dgm:cxn modelId="{44350317-BED0-4F22-9A8A-C7A2397E7A80}" type="presOf" srcId="{754E8B46-BD26-4E37-9280-A9E54A3437FA}" destId="{03915721-1374-4D3D-8087-79787F696376}" srcOrd="1" destOrd="0" presId="urn:microsoft.com/office/officeart/2005/8/layout/orgChart1"/>
    <dgm:cxn modelId="{FF794BC0-ED36-4223-A2DF-9A72B10E9FF8}" srcId="{87D3C19C-0F43-409F-8645-370F74E5E55E}" destId="{754E8B46-BD26-4E37-9280-A9E54A3437FA}" srcOrd="0" destOrd="0" parTransId="{C1698A21-4A9B-4DA6-B51F-E1DA150BC6E8}" sibTransId="{821F8DDB-F1DA-47BF-9640-4983C2970A1E}"/>
    <dgm:cxn modelId="{56EC9C5D-FCC0-4FA4-9341-C46394D16856}" type="presOf" srcId="{D4625F5E-0D71-4FB2-86EC-053AC7C035F1}" destId="{2557B927-31D1-4741-B551-B8BC6D8B237F}" srcOrd="0" destOrd="0" presId="urn:microsoft.com/office/officeart/2005/8/layout/orgChart1"/>
    <dgm:cxn modelId="{D8EEF25F-E9BE-44BE-BEFA-D785316FD4A3}" type="presOf" srcId="{3CB27C93-44BB-4F9E-98A2-873CE5796D70}" destId="{A8BD9446-3932-4B91-B1CD-DEF1D73DEB3C}" srcOrd="0" destOrd="0" presId="urn:microsoft.com/office/officeart/2005/8/layout/orgChart1"/>
    <dgm:cxn modelId="{CBB49BE0-FB1E-4C99-BBD9-26E73A0652E7}" type="presOf" srcId="{87D3C19C-0F43-409F-8645-370F74E5E55E}" destId="{3CDD2BA7-66B8-4F72-91A8-3C4F0EF9AD94}" srcOrd="0" destOrd="0" presId="urn:microsoft.com/office/officeart/2005/8/layout/orgChart1"/>
    <dgm:cxn modelId="{7C534956-BFE3-4D91-A60D-FD1DA13D82D7}" type="presParOf" srcId="{3CDD2BA7-66B8-4F72-91A8-3C4F0EF9AD94}" destId="{FA92B2F6-AC7B-499B-BF7A-28C43576F22F}" srcOrd="0" destOrd="0" presId="urn:microsoft.com/office/officeart/2005/8/layout/orgChart1"/>
    <dgm:cxn modelId="{1ED108D1-D580-435B-8BE0-E41B81ACC1FA}" type="presParOf" srcId="{FA92B2F6-AC7B-499B-BF7A-28C43576F22F}" destId="{CC93B745-616F-469E-A6B9-D24B00C1C764}" srcOrd="0" destOrd="0" presId="urn:microsoft.com/office/officeart/2005/8/layout/orgChart1"/>
    <dgm:cxn modelId="{681ABA49-454E-4AF6-A261-05D0F264ABDD}" type="presParOf" srcId="{CC93B745-616F-469E-A6B9-D24B00C1C764}" destId="{35D91A6C-67CF-42D7-A122-55DA8403CF8B}" srcOrd="0" destOrd="0" presId="urn:microsoft.com/office/officeart/2005/8/layout/orgChart1"/>
    <dgm:cxn modelId="{0F7245D7-68EB-43A4-BFE9-3C988649D0A7}" type="presParOf" srcId="{CC93B745-616F-469E-A6B9-D24B00C1C764}" destId="{03915721-1374-4D3D-8087-79787F696376}" srcOrd="1" destOrd="0" presId="urn:microsoft.com/office/officeart/2005/8/layout/orgChart1"/>
    <dgm:cxn modelId="{4FF8A267-29DD-4642-87FF-67013FA4FC13}" type="presParOf" srcId="{FA92B2F6-AC7B-499B-BF7A-28C43576F22F}" destId="{55E1D0DF-0280-4174-9E57-7F72305E9BEF}" srcOrd="1" destOrd="0" presId="urn:microsoft.com/office/officeart/2005/8/layout/orgChart1"/>
    <dgm:cxn modelId="{BC000651-5F4B-425C-85F3-5D337C6A044A}" type="presParOf" srcId="{55E1D0DF-0280-4174-9E57-7F72305E9BEF}" destId="{686A5447-0B9B-458F-8C27-9D887A479F39}" srcOrd="0" destOrd="0" presId="urn:microsoft.com/office/officeart/2005/8/layout/orgChart1"/>
    <dgm:cxn modelId="{BB7B34CE-B282-4494-8A45-6E895099B16B}" type="presParOf" srcId="{55E1D0DF-0280-4174-9E57-7F72305E9BEF}" destId="{1A7A080B-E298-4DFE-BE29-EAE0432BD353}" srcOrd="1" destOrd="0" presId="urn:microsoft.com/office/officeart/2005/8/layout/orgChart1"/>
    <dgm:cxn modelId="{460AD6C6-D7CF-4775-B66B-CD346733C5E3}" type="presParOf" srcId="{1A7A080B-E298-4DFE-BE29-EAE0432BD353}" destId="{595B23C3-03E1-4010-87E1-6A2DDDAE4C80}" srcOrd="0" destOrd="0" presId="urn:microsoft.com/office/officeart/2005/8/layout/orgChart1"/>
    <dgm:cxn modelId="{6B6BBA41-943E-4C9D-97E8-82E6A3DA8D65}" type="presParOf" srcId="{595B23C3-03E1-4010-87E1-6A2DDDAE4C80}" destId="{BF21EC9D-3460-446B-9FD2-CD0A8BD440F4}" srcOrd="0" destOrd="0" presId="urn:microsoft.com/office/officeart/2005/8/layout/orgChart1"/>
    <dgm:cxn modelId="{1B83EDC4-BB72-4507-8687-14243C7A21E4}" type="presParOf" srcId="{595B23C3-03E1-4010-87E1-6A2DDDAE4C80}" destId="{5C6A5335-473A-4C65-974D-199809C68460}" srcOrd="1" destOrd="0" presId="urn:microsoft.com/office/officeart/2005/8/layout/orgChart1"/>
    <dgm:cxn modelId="{54B7C220-C29D-49F2-9CF6-992F35283B9F}" type="presParOf" srcId="{1A7A080B-E298-4DFE-BE29-EAE0432BD353}" destId="{DDB38CD2-1B0F-4F08-A3CC-300266073CCA}" srcOrd="1" destOrd="0" presId="urn:microsoft.com/office/officeart/2005/8/layout/orgChart1"/>
    <dgm:cxn modelId="{EDDE9784-AB81-4D96-AF21-4791E590DDF3}" type="presParOf" srcId="{1A7A080B-E298-4DFE-BE29-EAE0432BD353}" destId="{1742B3BD-6F17-4CD0-83E3-7E3E61D6664E}" srcOrd="2" destOrd="0" presId="urn:microsoft.com/office/officeart/2005/8/layout/orgChart1"/>
    <dgm:cxn modelId="{C9228631-CB4B-4B9D-918D-27F175AB73FE}" type="presParOf" srcId="{55E1D0DF-0280-4174-9E57-7F72305E9BEF}" destId="{A8BD9446-3932-4B91-B1CD-DEF1D73DEB3C}" srcOrd="2" destOrd="0" presId="urn:microsoft.com/office/officeart/2005/8/layout/orgChart1"/>
    <dgm:cxn modelId="{67580C99-1F14-4A96-BD81-1342B3D7C9BC}" type="presParOf" srcId="{55E1D0DF-0280-4174-9E57-7F72305E9BEF}" destId="{1CFBAF4C-9BE8-4ECA-AA6F-9106EE20BC35}" srcOrd="3" destOrd="0" presId="urn:microsoft.com/office/officeart/2005/8/layout/orgChart1"/>
    <dgm:cxn modelId="{EDBAF279-BABB-468B-8388-B4F351F3ECA9}" type="presParOf" srcId="{1CFBAF4C-9BE8-4ECA-AA6F-9106EE20BC35}" destId="{4378F6D3-2E52-40DB-AC41-00EB0784D577}" srcOrd="0" destOrd="0" presId="urn:microsoft.com/office/officeart/2005/8/layout/orgChart1"/>
    <dgm:cxn modelId="{B6733434-6DCC-4D54-826A-7500C249A480}" type="presParOf" srcId="{4378F6D3-2E52-40DB-AC41-00EB0784D577}" destId="{2557B927-31D1-4741-B551-B8BC6D8B237F}" srcOrd="0" destOrd="0" presId="urn:microsoft.com/office/officeart/2005/8/layout/orgChart1"/>
    <dgm:cxn modelId="{3FB764AF-7186-4C5C-AF74-006693A1C7A4}" type="presParOf" srcId="{4378F6D3-2E52-40DB-AC41-00EB0784D577}" destId="{F15D3A69-B99F-4766-A6B8-A3503BA63AC0}" srcOrd="1" destOrd="0" presId="urn:microsoft.com/office/officeart/2005/8/layout/orgChart1"/>
    <dgm:cxn modelId="{21F10876-96B3-452A-989E-0EACD39D568C}" type="presParOf" srcId="{1CFBAF4C-9BE8-4ECA-AA6F-9106EE20BC35}" destId="{D618ADBA-73AA-45E8-98D6-2EE993E50C9F}" srcOrd="1" destOrd="0" presId="urn:microsoft.com/office/officeart/2005/8/layout/orgChart1"/>
    <dgm:cxn modelId="{C2621DE2-401A-481C-8B14-05798162E3BC}" type="presParOf" srcId="{1CFBAF4C-9BE8-4ECA-AA6F-9106EE20BC35}" destId="{53F44611-6262-44A8-A01F-35FF29CC1471}" srcOrd="2" destOrd="0" presId="urn:microsoft.com/office/officeart/2005/8/layout/orgChart1"/>
    <dgm:cxn modelId="{84D7DBA0-41D8-4272-B01B-503FF11CD6AF}" type="presParOf" srcId="{FA92B2F6-AC7B-499B-BF7A-28C43576F22F}" destId="{20E6E159-13CA-4EDA-BB60-842ABB14DE0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D5672C6-356D-4699-8D67-7362FE533821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880D388-890A-4793-A66B-8DDB83100448}">
      <dgm:prSet phldrT="[Текст]" custT="1"/>
      <dgm:spPr/>
      <dgm:t>
        <a:bodyPr/>
        <a:lstStyle/>
        <a:p>
          <a:r>
            <a:rPr lang="ru-RU" sz="1800" dirty="0" smtClean="0"/>
            <a:t>Права</a:t>
          </a:r>
          <a:endParaRPr lang="ru-RU" sz="1800" dirty="0"/>
        </a:p>
      </dgm:t>
    </dgm:pt>
    <dgm:pt modelId="{366896D7-5CE9-4A71-9275-A1A88D51C4D8}" type="parTrans" cxnId="{4BC722AE-3140-4E88-AE3C-E3E90E4EAB95}">
      <dgm:prSet/>
      <dgm:spPr/>
      <dgm:t>
        <a:bodyPr/>
        <a:lstStyle/>
        <a:p>
          <a:endParaRPr lang="ru-RU" sz="1800"/>
        </a:p>
      </dgm:t>
    </dgm:pt>
    <dgm:pt modelId="{7EA7E17A-6589-4ADC-873C-736A24865B34}" type="sibTrans" cxnId="{4BC722AE-3140-4E88-AE3C-E3E90E4EAB95}">
      <dgm:prSet/>
      <dgm:spPr/>
      <dgm:t>
        <a:bodyPr/>
        <a:lstStyle/>
        <a:p>
          <a:endParaRPr lang="ru-RU" sz="1800"/>
        </a:p>
      </dgm:t>
    </dgm:pt>
    <dgm:pt modelId="{02A0FCDC-68C9-4CF9-B51E-C4A9D7EEFC49}">
      <dgm:prSet phldrT="[Текст]" custT="1"/>
      <dgm:spPr/>
      <dgm:t>
        <a:bodyPr/>
        <a:lstStyle/>
        <a:p>
          <a:r>
            <a:rPr lang="ru-RU" sz="1800" dirty="0" smtClean="0"/>
            <a:t>Обязанности</a:t>
          </a:r>
          <a:endParaRPr lang="ru-RU" sz="1800" dirty="0"/>
        </a:p>
      </dgm:t>
    </dgm:pt>
    <dgm:pt modelId="{56E68136-A9D9-4A9F-9F47-8C68F159269F}" type="parTrans" cxnId="{16409034-BAAF-4368-B360-663C9D5266E0}">
      <dgm:prSet/>
      <dgm:spPr/>
      <dgm:t>
        <a:bodyPr/>
        <a:lstStyle/>
        <a:p>
          <a:endParaRPr lang="ru-RU" sz="1800"/>
        </a:p>
      </dgm:t>
    </dgm:pt>
    <dgm:pt modelId="{AB63DA17-DC6F-4827-B60A-717AE49FEF7F}" type="sibTrans" cxnId="{16409034-BAAF-4368-B360-663C9D5266E0}">
      <dgm:prSet/>
      <dgm:spPr/>
      <dgm:t>
        <a:bodyPr/>
        <a:lstStyle/>
        <a:p>
          <a:endParaRPr lang="ru-RU" sz="1800"/>
        </a:p>
      </dgm:t>
    </dgm:pt>
    <dgm:pt modelId="{5AD3ACEB-0116-44F6-AF17-0FB7930AA74D}">
      <dgm:prSet phldrT="[Текст]" custT="1"/>
      <dgm:spPr/>
      <dgm:t>
        <a:bodyPr/>
        <a:lstStyle/>
        <a:p>
          <a:r>
            <a:rPr lang="ru-RU" sz="1800" dirty="0" smtClean="0"/>
            <a:t>Ответственность</a:t>
          </a:r>
          <a:endParaRPr lang="ru-RU" sz="1800" dirty="0"/>
        </a:p>
      </dgm:t>
    </dgm:pt>
    <dgm:pt modelId="{D01FA7DB-7FFE-4E17-AF83-29AE4742370C}" type="parTrans" cxnId="{43AA847B-5B18-40B4-B5BF-D294CB5C54DE}">
      <dgm:prSet/>
      <dgm:spPr/>
      <dgm:t>
        <a:bodyPr/>
        <a:lstStyle/>
        <a:p>
          <a:endParaRPr lang="ru-RU" sz="1800"/>
        </a:p>
      </dgm:t>
    </dgm:pt>
    <dgm:pt modelId="{7F5655CB-DEED-43F4-A870-00468ED951AF}" type="sibTrans" cxnId="{43AA847B-5B18-40B4-B5BF-D294CB5C54DE}">
      <dgm:prSet/>
      <dgm:spPr/>
      <dgm:t>
        <a:bodyPr/>
        <a:lstStyle/>
        <a:p>
          <a:endParaRPr lang="ru-RU" sz="1800"/>
        </a:p>
      </dgm:t>
    </dgm:pt>
    <dgm:pt modelId="{424EA5AB-BA37-401B-AE90-831BF1C3FF91}">
      <dgm:prSet phldrT="[Текст]" custT="1"/>
      <dgm:spPr/>
      <dgm:t>
        <a:bodyPr/>
        <a:lstStyle/>
        <a:p>
          <a:r>
            <a:rPr lang="ru-RU" sz="1800" dirty="0" smtClean="0"/>
            <a:t>Социальная защищенность</a:t>
          </a:r>
          <a:endParaRPr lang="ru-RU" sz="1800" dirty="0"/>
        </a:p>
      </dgm:t>
    </dgm:pt>
    <dgm:pt modelId="{ECF13A13-B87D-4BB1-82D9-E65EB4079419}" type="parTrans" cxnId="{11362035-1390-4FA7-A070-46C1970BF89F}">
      <dgm:prSet/>
      <dgm:spPr/>
      <dgm:t>
        <a:bodyPr/>
        <a:lstStyle/>
        <a:p>
          <a:endParaRPr lang="ru-RU" sz="1800"/>
        </a:p>
      </dgm:t>
    </dgm:pt>
    <dgm:pt modelId="{C40468BE-49B7-4AA7-87D6-97AF7CEF5001}" type="sibTrans" cxnId="{11362035-1390-4FA7-A070-46C1970BF89F}">
      <dgm:prSet/>
      <dgm:spPr/>
      <dgm:t>
        <a:bodyPr/>
        <a:lstStyle/>
        <a:p>
          <a:endParaRPr lang="ru-RU" sz="1800"/>
        </a:p>
      </dgm:t>
    </dgm:pt>
    <dgm:pt modelId="{C0E62AB7-FF3F-4056-8D01-072186FA05EF}">
      <dgm:prSet phldrT="[Текст]" custT="1"/>
      <dgm:spPr/>
      <dgm:t>
        <a:bodyPr/>
        <a:lstStyle/>
        <a:p>
          <a:r>
            <a:rPr lang="ru-RU" sz="1800" dirty="0" smtClean="0"/>
            <a:t>Гарантии</a:t>
          </a:r>
          <a:endParaRPr lang="ru-RU" sz="1800" dirty="0"/>
        </a:p>
      </dgm:t>
    </dgm:pt>
    <dgm:pt modelId="{21E961FC-1C0C-4ED4-BEEF-B71BEBE2BC01}" type="parTrans" cxnId="{4E193FD9-A58B-4894-8770-989309B89EE8}">
      <dgm:prSet/>
      <dgm:spPr/>
      <dgm:t>
        <a:bodyPr/>
        <a:lstStyle/>
        <a:p>
          <a:endParaRPr lang="ru-RU" sz="1800"/>
        </a:p>
      </dgm:t>
    </dgm:pt>
    <dgm:pt modelId="{CACBA67E-73BC-44B9-A067-8785134E6C8E}" type="sibTrans" cxnId="{4E193FD9-A58B-4894-8770-989309B89EE8}">
      <dgm:prSet/>
      <dgm:spPr/>
      <dgm:t>
        <a:bodyPr/>
        <a:lstStyle/>
        <a:p>
          <a:endParaRPr lang="ru-RU" sz="1800"/>
        </a:p>
      </dgm:t>
    </dgm:pt>
    <dgm:pt modelId="{93D92FFC-9744-4FD7-B89A-40E233E4514D}">
      <dgm:prSet custT="1"/>
      <dgm:spPr/>
      <dgm:t>
        <a:bodyPr/>
        <a:lstStyle/>
        <a:p>
          <a:r>
            <a:rPr lang="ru-RU" sz="1800" dirty="0" smtClean="0"/>
            <a:t>Ограничения</a:t>
          </a:r>
          <a:endParaRPr lang="ru-RU" sz="1800" dirty="0"/>
        </a:p>
      </dgm:t>
    </dgm:pt>
    <dgm:pt modelId="{3D3AF397-74A9-44A6-9A9F-B8DC6E58B346}" type="parTrans" cxnId="{FB1012FB-0961-4E6E-B3C1-97AA9C6F6FA6}">
      <dgm:prSet/>
      <dgm:spPr/>
      <dgm:t>
        <a:bodyPr/>
        <a:lstStyle/>
        <a:p>
          <a:endParaRPr lang="ru-RU" sz="1800"/>
        </a:p>
      </dgm:t>
    </dgm:pt>
    <dgm:pt modelId="{6604DFA5-8020-4678-A9B2-FAAD7DC00421}" type="sibTrans" cxnId="{FB1012FB-0961-4E6E-B3C1-97AA9C6F6FA6}">
      <dgm:prSet/>
      <dgm:spPr/>
      <dgm:t>
        <a:bodyPr/>
        <a:lstStyle/>
        <a:p>
          <a:endParaRPr lang="ru-RU" sz="1800"/>
        </a:p>
      </dgm:t>
    </dgm:pt>
    <dgm:pt modelId="{7AF9562E-FCAF-4B44-B2B5-C7855B084CE4}">
      <dgm:prSet custT="1"/>
      <dgm:spPr/>
      <dgm:t>
        <a:bodyPr/>
        <a:lstStyle/>
        <a:p>
          <a:r>
            <a:rPr lang="ru-RU" sz="1800" dirty="0" smtClean="0"/>
            <a:t>Запреты</a:t>
          </a:r>
          <a:endParaRPr lang="ru-RU" sz="1800" dirty="0"/>
        </a:p>
      </dgm:t>
    </dgm:pt>
    <dgm:pt modelId="{6AED5A7F-0352-4AD9-A83F-5CA22DC8CAC9}" type="parTrans" cxnId="{69C9D8EC-94D7-4DDD-B600-978767F83846}">
      <dgm:prSet/>
      <dgm:spPr/>
      <dgm:t>
        <a:bodyPr/>
        <a:lstStyle/>
        <a:p>
          <a:endParaRPr lang="ru-RU" sz="1800"/>
        </a:p>
      </dgm:t>
    </dgm:pt>
    <dgm:pt modelId="{32A908C4-3161-47F3-86F0-023A67808384}" type="sibTrans" cxnId="{69C9D8EC-94D7-4DDD-B600-978767F83846}">
      <dgm:prSet/>
      <dgm:spPr/>
      <dgm:t>
        <a:bodyPr/>
        <a:lstStyle/>
        <a:p>
          <a:endParaRPr lang="ru-RU" sz="1800"/>
        </a:p>
      </dgm:t>
    </dgm:pt>
    <dgm:pt modelId="{0B7BC7DD-F829-4EF1-B2AA-DDDAFD6A5739}">
      <dgm:prSet custT="1"/>
      <dgm:spPr/>
      <dgm:t>
        <a:bodyPr/>
        <a:lstStyle/>
        <a:p>
          <a:r>
            <a:rPr lang="ru-RU" sz="1800" dirty="0" smtClean="0"/>
            <a:t>Требования</a:t>
          </a:r>
          <a:endParaRPr lang="ru-RU" sz="1800" dirty="0"/>
        </a:p>
      </dgm:t>
    </dgm:pt>
    <dgm:pt modelId="{4DBC44CA-0D69-4324-87DC-E97EFF215172}" type="parTrans" cxnId="{096DB27C-93A9-4087-84FC-5EEE6C2F367F}">
      <dgm:prSet/>
      <dgm:spPr/>
      <dgm:t>
        <a:bodyPr/>
        <a:lstStyle/>
        <a:p>
          <a:endParaRPr lang="ru-RU" sz="1800"/>
        </a:p>
      </dgm:t>
    </dgm:pt>
    <dgm:pt modelId="{BF9AAB8D-E356-4BD1-A515-AF4D944CE653}" type="sibTrans" cxnId="{096DB27C-93A9-4087-84FC-5EEE6C2F367F}">
      <dgm:prSet/>
      <dgm:spPr/>
      <dgm:t>
        <a:bodyPr/>
        <a:lstStyle/>
        <a:p>
          <a:endParaRPr lang="ru-RU" sz="1800"/>
        </a:p>
      </dgm:t>
    </dgm:pt>
    <dgm:pt modelId="{C30601F9-AF98-4123-AA52-181FB16BFE26}" type="pres">
      <dgm:prSet presAssocID="{AD5672C6-356D-4699-8D67-7362FE53382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4E9AF67-514F-4339-87E9-8581D72E10D3}" type="pres">
      <dgm:prSet presAssocID="{A880D388-890A-4793-A66B-8DDB83100448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5E2C72-708D-4BB3-838D-D395F52EF6BF}" type="pres">
      <dgm:prSet presAssocID="{A880D388-890A-4793-A66B-8DDB83100448}" presName="spNode" presStyleCnt="0"/>
      <dgm:spPr/>
    </dgm:pt>
    <dgm:pt modelId="{8A0375AC-AA94-4E54-A77E-7252A4C348AA}" type="pres">
      <dgm:prSet presAssocID="{7EA7E17A-6589-4ADC-873C-736A24865B34}" presName="sibTrans" presStyleLbl="sibTrans1D1" presStyleIdx="0" presStyleCnt="8"/>
      <dgm:spPr/>
      <dgm:t>
        <a:bodyPr/>
        <a:lstStyle/>
        <a:p>
          <a:endParaRPr lang="ru-RU"/>
        </a:p>
      </dgm:t>
    </dgm:pt>
    <dgm:pt modelId="{F5F0AD78-362F-44A9-BE26-F927B9912FDE}" type="pres">
      <dgm:prSet presAssocID="{02A0FCDC-68C9-4CF9-B51E-C4A9D7EEFC49}" presName="node" presStyleLbl="node1" presStyleIdx="1" presStyleCnt="8" custScaleX="22776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7A2B9F-4321-443D-8149-47FE87C334A3}" type="pres">
      <dgm:prSet presAssocID="{02A0FCDC-68C9-4CF9-B51E-C4A9D7EEFC49}" presName="spNode" presStyleCnt="0"/>
      <dgm:spPr/>
    </dgm:pt>
    <dgm:pt modelId="{FF14B647-8517-4EEF-A30A-E16A962D6FFA}" type="pres">
      <dgm:prSet presAssocID="{AB63DA17-DC6F-4827-B60A-717AE49FEF7F}" presName="sibTrans" presStyleLbl="sibTrans1D1" presStyleIdx="1" presStyleCnt="8"/>
      <dgm:spPr/>
      <dgm:t>
        <a:bodyPr/>
        <a:lstStyle/>
        <a:p>
          <a:endParaRPr lang="ru-RU"/>
        </a:p>
      </dgm:t>
    </dgm:pt>
    <dgm:pt modelId="{87FC42A4-04A7-4098-A5B9-0DB7172B7750}" type="pres">
      <dgm:prSet presAssocID="{93D92FFC-9744-4FD7-B89A-40E233E4514D}" presName="node" presStyleLbl="node1" presStyleIdx="2" presStyleCnt="8" custScaleX="16887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68EE4E-656F-4689-A545-CE1A32E6C4F5}" type="pres">
      <dgm:prSet presAssocID="{93D92FFC-9744-4FD7-B89A-40E233E4514D}" presName="spNode" presStyleCnt="0"/>
      <dgm:spPr/>
    </dgm:pt>
    <dgm:pt modelId="{800E468A-D55B-4470-B1D0-B47248E66B77}" type="pres">
      <dgm:prSet presAssocID="{6604DFA5-8020-4678-A9B2-FAAD7DC00421}" presName="sibTrans" presStyleLbl="sibTrans1D1" presStyleIdx="2" presStyleCnt="8"/>
      <dgm:spPr/>
      <dgm:t>
        <a:bodyPr/>
        <a:lstStyle/>
        <a:p>
          <a:endParaRPr lang="ru-RU"/>
        </a:p>
      </dgm:t>
    </dgm:pt>
    <dgm:pt modelId="{8B433DEE-B0DF-47E1-933D-B3496050DEEF}" type="pres">
      <dgm:prSet presAssocID="{7AF9562E-FCAF-4B44-B2B5-C7855B084CE4}" presName="node" presStyleLbl="node1" presStyleIdx="3" presStyleCnt="8" custScaleX="174228" custRadScaleRad="101229" custRadScaleInc="-4622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2F9A24-036E-46DE-B79B-E1DFC7CE6071}" type="pres">
      <dgm:prSet presAssocID="{7AF9562E-FCAF-4B44-B2B5-C7855B084CE4}" presName="spNode" presStyleCnt="0"/>
      <dgm:spPr/>
    </dgm:pt>
    <dgm:pt modelId="{84B0330C-8FCA-40C5-86EE-DCC370AA4795}" type="pres">
      <dgm:prSet presAssocID="{32A908C4-3161-47F3-86F0-023A67808384}" presName="sibTrans" presStyleLbl="sibTrans1D1" presStyleIdx="3" presStyleCnt="8"/>
      <dgm:spPr/>
      <dgm:t>
        <a:bodyPr/>
        <a:lstStyle/>
        <a:p>
          <a:endParaRPr lang="ru-RU"/>
        </a:p>
      </dgm:t>
    </dgm:pt>
    <dgm:pt modelId="{15D24A3D-B80D-4E35-A557-F01042C2690B}" type="pres">
      <dgm:prSet presAssocID="{0B7BC7DD-F829-4EF1-B2AA-DDDAFD6A5739}" presName="node" presStyleLbl="node1" presStyleIdx="4" presStyleCnt="8" custScaleX="1517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56DE14-B347-4E7B-8879-10EABFA4381F}" type="pres">
      <dgm:prSet presAssocID="{0B7BC7DD-F829-4EF1-B2AA-DDDAFD6A5739}" presName="spNode" presStyleCnt="0"/>
      <dgm:spPr/>
    </dgm:pt>
    <dgm:pt modelId="{20F624C9-7588-4AE9-BB31-19F00EF706F2}" type="pres">
      <dgm:prSet presAssocID="{BF9AAB8D-E356-4BD1-A515-AF4D944CE653}" presName="sibTrans" presStyleLbl="sibTrans1D1" presStyleIdx="4" presStyleCnt="8"/>
      <dgm:spPr/>
      <dgm:t>
        <a:bodyPr/>
        <a:lstStyle/>
        <a:p>
          <a:endParaRPr lang="ru-RU"/>
        </a:p>
      </dgm:t>
    </dgm:pt>
    <dgm:pt modelId="{7AD3A3B1-AAAD-4FD3-AC5D-CBB4F0EE4286}" type="pres">
      <dgm:prSet presAssocID="{5AD3ACEB-0116-44F6-AF17-0FB7930AA74D}" presName="node" presStyleLbl="node1" presStyleIdx="5" presStyleCnt="8" custScaleX="213775" custRadScaleRad="97271" custRadScaleInc="502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68FEFD-CC12-4337-A893-51A5DC4ED8E4}" type="pres">
      <dgm:prSet presAssocID="{5AD3ACEB-0116-44F6-AF17-0FB7930AA74D}" presName="spNode" presStyleCnt="0"/>
      <dgm:spPr/>
    </dgm:pt>
    <dgm:pt modelId="{EAC87D8A-D8CF-4642-9A90-5D22C2340B43}" type="pres">
      <dgm:prSet presAssocID="{7F5655CB-DEED-43F4-A870-00468ED951AF}" presName="sibTrans" presStyleLbl="sibTrans1D1" presStyleIdx="5" presStyleCnt="8"/>
      <dgm:spPr/>
      <dgm:t>
        <a:bodyPr/>
        <a:lstStyle/>
        <a:p>
          <a:endParaRPr lang="ru-RU"/>
        </a:p>
      </dgm:t>
    </dgm:pt>
    <dgm:pt modelId="{DAF28737-7DB1-49D4-B654-3E12764255F9}" type="pres">
      <dgm:prSet presAssocID="{424EA5AB-BA37-401B-AE90-831BF1C3FF91}" presName="node" presStyleLbl="node1" presStyleIdx="6" presStyleCnt="8" custScaleX="1790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815802-94EF-48F0-80A6-199BE3D705AB}" type="pres">
      <dgm:prSet presAssocID="{424EA5AB-BA37-401B-AE90-831BF1C3FF91}" presName="spNode" presStyleCnt="0"/>
      <dgm:spPr/>
    </dgm:pt>
    <dgm:pt modelId="{ADE412C6-210A-414F-B278-0BCAD47BF794}" type="pres">
      <dgm:prSet presAssocID="{C40468BE-49B7-4AA7-87D6-97AF7CEF5001}" presName="sibTrans" presStyleLbl="sibTrans1D1" presStyleIdx="6" presStyleCnt="8"/>
      <dgm:spPr/>
      <dgm:t>
        <a:bodyPr/>
        <a:lstStyle/>
        <a:p>
          <a:endParaRPr lang="ru-RU"/>
        </a:p>
      </dgm:t>
    </dgm:pt>
    <dgm:pt modelId="{B215CA3F-7A72-43B0-A847-3747C1F2EE5A}" type="pres">
      <dgm:prSet presAssocID="{C0E62AB7-FF3F-4056-8D01-072186FA05EF}" presName="node" presStyleLbl="node1" presStyleIdx="7" presStyleCnt="8" custScaleX="19400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EBF1BC-0A93-4AA9-9411-120972AB92DE}" type="pres">
      <dgm:prSet presAssocID="{C0E62AB7-FF3F-4056-8D01-072186FA05EF}" presName="spNode" presStyleCnt="0"/>
      <dgm:spPr/>
    </dgm:pt>
    <dgm:pt modelId="{3CFEAD16-4C1E-4427-88DE-951780A6B418}" type="pres">
      <dgm:prSet presAssocID="{CACBA67E-73BC-44B9-A067-8785134E6C8E}" presName="sibTrans" presStyleLbl="sibTrans1D1" presStyleIdx="7" presStyleCnt="8"/>
      <dgm:spPr/>
      <dgm:t>
        <a:bodyPr/>
        <a:lstStyle/>
        <a:p>
          <a:endParaRPr lang="ru-RU"/>
        </a:p>
      </dgm:t>
    </dgm:pt>
  </dgm:ptLst>
  <dgm:cxnLst>
    <dgm:cxn modelId="{174F9B90-8E82-47F6-BDED-F6D00B7F1825}" type="presOf" srcId="{93D92FFC-9744-4FD7-B89A-40E233E4514D}" destId="{87FC42A4-04A7-4098-A5B9-0DB7172B7750}" srcOrd="0" destOrd="0" presId="urn:microsoft.com/office/officeart/2005/8/layout/cycle6"/>
    <dgm:cxn modelId="{49663003-303A-4F07-8B4A-1878AE16403A}" type="presOf" srcId="{AD5672C6-356D-4699-8D67-7362FE533821}" destId="{C30601F9-AF98-4123-AA52-181FB16BFE26}" srcOrd="0" destOrd="0" presId="urn:microsoft.com/office/officeart/2005/8/layout/cycle6"/>
    <dgm:cxn modelId="{11A7F961-8307-4854-BB35-3A7A7937C101}" type="presOf" srcId="{7EA7E17A-6589-4ADC-873C-736A24865B34}" destId="{8A0375AC-AA94-4E54-A77E-7252A4C348AA}" srcOrd="0" destOrd="0" presId="urn:microsoft.com/office/officeart/2005/8/layout/cycle6"/>
    <dgm:cxn modelId="{8768AF23-83E6-4A87-93D1-B9920EB329FD}" type="presOf" srcId="{A880D388-890A-4793-A66B-8DDB83100448}" destId="{24E9AF67-514F-4339-87E9-8581D72E10D3}" srcOrd="0" destOrd="0" presId="urn:microsoft.com/office/officeart/2005/8/layout/cycle6"/>
    <dgm:cxn modelId="{FB1012FB-0961-4E6E-B3C1-97AA9C6F6FA6}" srcId="{AD5672C6-356D-4699-8D67-7362FE533821}" destId="{93D92FFC-9744-4FD7-B89A-40E233E4514D}" srcOrd="2" destOrd="0" parTransId="{3D3AF397-74A9-44A6-9A9F-B8DC6E58B346}" sibTransId="{6604DFA5-8020-4678-A9B2-FAAD7DC00421}"/>
    <dgm:cxn modelId="{FCAD3894-1EA2-4342-A4A7-1B5B150D3C9E}" type="presOf" srcId="{5AD3ACEB-0116-44F6-AF17-0FB7930AA74D}" destId="{7AD3A3B1-AAAD-4FD3-AC5D-CBB4F0EE4286}" srcOrd="0" destOrd="0" presId="urn:microsoft.com/office/officeart/2005/8/layout/cycle6"/>
    <dgm:cxn modelId="{9CBA178B-6576-4005-82F1-DF46A0C7BC5E}" type="presOf" srcId="{7AF9562E-FCAF-4B44-B2B5-C7855B084CE4}" destId="{8B433DEE-B0DF-47E1-933D-B3496050DEEF}" srcOrd="0" destOrd="0" presId="urn:microsoft.com/office/officeart/2005/8/layout/cycle6"/>
    <dgm:cxn modelId="{CE53E07D-74BB-4797-BA0F-32388A1B0DCC}" type="presOf" srcId="{424EA5AB-BA37-401B-AE90-831BF1C3FF91}" destId="{DAF28737-7DB1-49D4-B654-3E12764255F9}" srcOrd="0" destOrd="0" presId="urn:microsoft.com/office/officeart/2005/8/layout/cycle6"/>
    <dgm:cxn modelId="{87C9830A-2385-4EED-B425-9825F788182E}" type="presOf" srcId="{C0E62AB7-FF3F-4056-8D01-072186FA05EF}" destId="{B215CA3F-7A72-43B0-A847-3747C1F2EE5A}" srcOrd="0" destOrd="0" presId="urn:microsoft.com/office/officeart/2005/8/layout/cycle6"/>
    <dgm:cxn modelId="{D1826540-056C-4304-817E-1094953F2B80}" type="presOf" srcId="{02A0FCDC-68C9-4CF9-B51E-C4A9D7EEFC49}" destId="{F5F0AD78-362F-44A9-BE26-F927B9912FDE}" srcOrd="0" destOrd="0" presId="urn:microsoft.com/office/officeart/2005/8/layout/cycle6"/>
    <dgm:cxn modelId="{11362035-1390-4FA7-A070-46C1970BF89F}" srcId="{AD5672C6-356D-4699-8D67-7362FE533821}" destId="{424EA5AB-BA37-401B-AE90-831BF1C3FF91}" srcOrd="6" destOrd="0" parTransId="{ECF13A13-B87D-4BB1-82D9-E65EB4079419}" sibTransId="{C40468BE-49B7-4AA7-87D6-97AF7CEF5001}"/>
    <dgm:cxn modelId="{FA80AD89-FB5A-4499-8ED4-6899424ED873}" type="presOf" srcId="{BF9AAB8D-E356-4BD1-A515-AF4D944CE653}" destId="{20F624C9-7588-4AE9-BB31-19F00EF706F2}" srcOrd="0" destOrd="0" presId="urn:microsoft.com/office/officeart/2005/8/layout/cycle6"/>
    <dgm:cxn modelId="{5A9D7DB3-97F9-4E1B-8222-E6ED4C082B45}" type="presOf" srcId="{0B7BC7DD-F829-4EF1-B2AA-DDDAFD6A5739}" destId="{15D24A3D-B80D-4E35-A557-F01042C2690B}" srcOrd="0" destOrd="0" presId="urn:microsoft.com/office/officeart/2005/8/layout/cycle6"/>
    <dgm:cxn modelId="{69C9D8EC-94D7-4DDD-B600-978767F83846}" srcId="{AD5672C6-356D-4699-8D67-7362FE533821}" destId="{7AF9562E-FCAF-4B44-B2B5-C7855B084CE4}" srcOrd="3" destOrd="0" parTransId="{6AED5A7F-0352-4AD9-A83F-5CA22DC8CAC9}" sibTransId="{32A908C4-3161-47F3-86F0-023A67808384}"/>
    <dgm:cxn modelId="{3332E049-E00D-40A5-9963-A1D937840836}" type="presOf" srcId="{6604DFA5-8020-4678-A9B2-FAAD7DC00421}" destId="{800E468A-D55B-4470-B1D0-B47248E66B77}" srcOrd="0" destOrd="0" presId="urn:microsoft.com/office/officeart/2005/8/layout/cycle6"/>
    <dgm:cxn modelId="{096DB27C-93A9-4087-84FC-5EEE6C2F367F}" srcId="{AD5672C6-356D-4699-8D67-7362FE533821}" destId="{0B7BC7DD-F829-4EF1-B2AA-DDDAFD6A5739}" srcOrd="4" destOrd="0" parTransId="{4DBC44CA-0D69-4324-87DC-E97EFF215172}" sibTransId="{BF9AAB8D-E356-4BD1-A515-AF4D944CE653}"/>
    <dgm:cxn modelId="{A5981E0A-8083-4ACB-B293-821AF69FD614}" type="presOf" srcId="{7F5655CB-DEED-43F4-A870-00468ED951AF}" destId="{EAC87D8A-D8CF-4642-9A90-5D22C2340B43}" srcOrd="0" destOrd="0" presId="urn:microsoft.com/office/officeart/2005/8/layout/cycle6"/>
    <dgm:cxn modelId="{43AA847B-5B18-40B4-B5BF-D294CB5C54DE}" srcId="{AD5672C6-356D-4699-8D67-7362FE533821}" destId="{5AD3ACEB-0116-44F6-AF17-0FB7930AA74D}" srcOrd="5" destOrd="0" parTransId="{D01FA7DB-7FFE-4E17-AF83-29AE4742370C}" sibTransId="{7F5655CB-DEED-43F4-A870-00468ED951AF}"/>
    <dgm:cxn modelId="{16409034-BAAF-4368-B360-663C9D5266E0}" srcId="{AD5672C6-356D-4699-8D67-7362FE533821}" destId="{02A0FCDC-68C9-4CF9-B51E-C4A9D7EEFC49}" srcOrd="1" destOrd="0" parTransId="{56E68136-A9D9-4A9F-9F47-8C68F159269F}" sibTransId="{AB63DA17-DC6F-4827-B60A-717AE49FEF7F}"/>
    <dgm:cxn modelId="{4BC722AE-3140-4E88-AE3C-E3E90E4EAB95}" srcId="{AD5672C6-356D-4699-8D67-7362FE533821}" destId="{A880D388-890A-4793-A66B-8DDB83100448}" srcOrd="0" destOrd="0" parTransId="{366896D7-5CE9-4A71-9275-A1A88D51C4D8}" sibTransId="{7EA7E17A-6589-4ADC-873C-736A24865B34}"/>
    <dgm:cxn modelId="{AFA8A11D-FE15-444A-9330-97A5D501521B}" type="presOf" srcId="{AB63DA17-DC6F-4827-B60A-717AE49FEF7F}" destId="{FF14B647-8517-4EEF-A30A-E16A962D6FFA}" srcOrd="0" destOrd="0" presId="urn:microsoft.com/office/officeart/2005/8/layout/cycle6"/>
    <dgm:cxn modelId="{2B688EF5-CA0F-42D7-81E9-D1FF0825D05A}" type="presOf" srcId="{C40468BE-49B7-4AA7-87D6-97AF7CEF5001}" destId="{ADE412C6-210A-414F-B278-0BCAD47BF794}" srcOrd="0" destOrd="0" presId="urn:microsoft.com/office/officeart/2005/8/layout/cycle6"/>
    <dgm:cxn modelId="{7A97B297-3E0B-463E-9069-B921730EBB03}" type="presOf" srcId="{CACBA67E-73BC-44B9-A067-8785134E6C8E}" destId="{3CFEAD16-4C1E-4427-88DE-951780A6B418}" srcOrd="0" destOrd="0" presId="urn:microsoft.com/office/officeart/2005/8/layout/cycle6"/>
    <dgm:cxn modelId="{3AE41AE5-7F93-49C4-B4B2-09A5D1EF2A25}" type="presOf" srcId="{32A908C4-3161-47F3-86F0-023A67808384}" destId="{84B0330C-8FCA-40C5-86EE-DCC370AA4795}" srcOrd="0" destOrd="0" presId="urn:microsoft.com/office/officeart/2005/8/layout/cycle6"/>
    <dgm:cxn modelId="{4E193FD9-A58B-4894-8770-989309B89EE8}" srcId="{AD5672C6-356D-4699-8D67-7362FE533821}" destId="{C0E62AB7-FF3F-4056-8D01-072186FA05EF}" srcOrd="7" destOrd="0" parTransId="{21E961FC-1C0C-4ED4-BEEF-B71BEBE2BC01}" sibTransId="{CACBA67E-73BC-44B9-A067-8785134E6C8E}"/>
    <dgm:cxn modelId="{2F4B243E-5E6E-4BF6-A708-C701AB942CC8}" type="presParOf" srcId="{C30601F9-AF98-4123-AA52-181FB16BFE26}" destId="{24E9AF67-514F-4339-87E9-8581D72E10D3}" srcOrd="0" destOrd="0" presId="urn:microsoft.com/office/officeart/2005/8/layout/cycle6"/>
    <dgm:cxn modelId="{0A797DD8-379D-4831-8115-D955AB647E9F}" type="presParOf" srcId="{C30601F9-AF98-4123-AA52-181FB16BFE26}" destId="{045E2C72-708D-4BB3-838D-D395F52EF6BF}" srcOrd="1" destOrd="0" presId="urn:microsoft.com/office/officeart/2005/8/layout/cycle6"/>
    <dgm:cxn modelId="{CBA52ED7-2C1D-4DDE-ADC9-134681653B54}" type="presParOf" srcId="{C30601F9-AF98-4123-AA52-181FB16BFE26}" destId="{8A0375AC-AA94-4E54-A77E-7252A4C348AA}" srcOrd="2" destOrd="0" presId="urn:microsoft.com/office/officeart/2005/8/layout/cycle6"/>
    <dgm:cxn modelId="{C3AD4F3E-E1FD-49AC-BD26-6994D25A33E9}" type="presParOf" srcId="{C30601F9-AF98-4123-AA52-181FB16BFE26}" destId="{F5F0AD78-362F-44A9-BE26-F927B9912FDE}" srcOrd="3" destOrd="0" presId="urn:microsoft.com/office/officeart/2005/8/layout/cycle6"/>
    <dgm:cxn modelId="{53AA2ACC-2349-4A43-B61A-021578C70B0B}" type="presParOf" srcId="{C30601F9-AF98-4123-AA52-181FB16BFE26}" destId="{9C7A2B9F-4321-443D-8149-47FE87C334A3}" srcOrd="4" destOrd="0" presId="urn:microsoft.com/office/officeart/2005/8/layout/cycle6"/>
    <dgm:cxn modelId="{55BC8C06-A761-4A10-BF48-FE2A7314B237}" type="presParOf" srcId="{C30601F9-AF98-4123-AA52-181FB16BFE26}" destId="{FF14B647-8517-4EEF-A30A-E16A962D6FFA}" srcOrd="5" destOrd="0" presId="urn:microsoft.com/office/officeart/2005/8/layout/cycle6"/>
    <dgm:cxn modelId="{0B47EE08-61E1-424C-9989-FF584DF16884}" type="presParOf" srcId="{C30601F9-AF98-4123-AA52-181FB16BFE26}" destId="{87FC42A4-04A7-4098-A5B9-0DB7172B7750}" srcOrd="6" destOrd="0" presId="urn:microsoft.com/office/officeart/2005/8/layout/cycle6"/>
    <dgm:cxn modelId="{33A8A87A-0B4D-4705-9AF9-3F2BB491E98C}" type="presParOf" srcId="{C30601F9-AF98-4123-AA52-181FB16BFE26}" destId="{8468EE4E-656F-4689-A545-CE1A32E6C4F5}" srcOrd="7" destOrd="0" presId="urn:microsoft.com/office/officeart/2005/8/layout/cycle6"/>
    <dgm:cxn modelId="{077FDBBD-2DFC-4C84-9795-C44985B9A214}" type="presParOf" srcId="{C30601F9-AF98-4123-AA52-181FB16BFE26}" destId="{800E468A-D55B-4470-B1D0-B47248E66B77}" srcOrd="8" destOrd="0" presId="urn:microsoft.com/office/officeart/2005/8/layout/cycle6"/>
    <dgm:cxn modelId="{1D22F8A9-14A3-4FED-AECC-F262ADEFDE1F}" type="presParOf" srcId="{C30601F9-AF98-4123-AA52-181FB16BFE26}" destId="{8B433DEE-B0DF-47E1-933D-B3496050DEEF}" srcOrd="9" destOrd="0" presId="urn:microsoft.com/office/officeart/2005/8/layout/cycle6"/>
    <dgm:cxn modelId="{129DE9D6-B3BA-4D7D-9629-81F0F0EEDB84}" type="presParOf" srcId="{C30601F9-AF98-4123-AA52-181FB16BFE26}" destId="{DD2F9A24-036E-46DE-B79B-E1DFC7CE6071}" srcOrd="10" destOrd="0" presId="urn:microsoft.com/office/officeart/2005/8/layout/cycle6"/>
    <dgm:cxn modelId="{A82E3A8E-5216-4659-93E0-9B6348775ECD}" type="presParOf" srcId="{C30601F9-AF98-4123-AA52-181FB16BFE26}" destId="{84B0330C-8FCA-40C5-86EE-DCC370AA4795}" srcOrd="11" destOrd="0" presId="urn:microsoft.com/office/officeart/2005/8/layout/cycle6"/>
    <dgm:cxn modelId="{85F7953B-9136-4346-9281-49CB128FC5DA}" type="presParOf" srcId="{C30601F9-AF98-4123-AA52-181FB16BFE26}" destId="{15D24A3D-B80D-4E35-A557-F01042C2690B}" srcOrd="12" destOrd="0" presId="urn:microsoft.com/office/officeart/2005/8/layout/cycle6"/>
    <dgm:cxn modelId="{F2E3E6D1-A4C1-42A1-9A5D-B9EF0D5C9CEB}" type="presParOf" srcId="{C30601F9-AF98-4123-AA52-181FB16BFE26}" destId="{B556DE14-B347-4E7B-8879-10EABFA4381F}" srcOrd="13" destOrd="0" presId="urn:microsoft.com/office/officeart/2005/8/layout/cycle6"/>
    <dgm:cxn modelId="{CDB7CABE-9A12-4FCD-871F-F10BBE236995}" type="presParOf" srcId="{C30601F9-AF98-4123-AA52-181FB16BFE26}" destId="{20F624C9-7588-4AE9-BB31-19F00EF706F2}" srcOrd="14" destOrd="0" presId="urn:microsoft.com/office/officeart/2005/8/layout/cycle6"/>
    <dgm:cxn modelId="{907E2742-CCBB-4A04-829C-80D0DB8F6C50}" type="presParOf" srcId="{C30601F9-AF98-4123-AA52-181FB16BFE26}" destId="{7AD3A3B1-AAAD-4FD3-AC5D-CBB4F0EE4286}" srcOrd="15" destOrd="0" presId="urn:microsoft.com/office/officeart/2005/8/layout/cycle6"/>
    <dgm:cxn modelId="{7A6AA6F8-515A-467E-8476-A08BCF6D7DB6}" type="presParOf" srcId="{C30601F9-AF98-4123-AA52-181FB16BFE26}" destId="{5B68FEFD-CC12-4337-A893-51A5DC4ED8E4}" srcOrd="16" destOrd="0" presId="urn:microsoft.com/office/officeart/2005/8/layout/cycle6"/>
    <dgm:cxn modelId="{188B9C99-9B70-4D3C-9240-F4FD8BEEDF8A}" type="presParOf" srcId="{C30601F9-AF98-4123-AA52-181FB16BFE26}" destId="{EAC87D8A-D8CF-4642-9A90-5D22C2340B43}" srcOrd="17" destOrd="0" presId="urn:microsoft.com/office/officeart/2005/8/layout/cycle6"/>
    <dgm:cxn modelId="{08AB1C60-53EB-4258-9D92-4B89F4F2880A}" type="presParOf" srcId="{C30601F9-AF98-4123-AA52-181FB16BFE26}" destId="{DAF28737-7DB1-49D4-B654-3E12764255F9}" srcOrd="18" destOrd="0" presId="urn:microsoft.com/office/officeart/2005/8/layout/cycle6"/>
    <dgm:cxn modelId="{A6EA3284-FC9E-4908-AE64-0CBDD522C12D}" type="presParOf" srcId="{C30601F9-AF98-4123-AA52-181FB16BFE26}" destId="{83815802-94EF-48F0-80A6-199BE3D705AB}" srcOrd="19" destOrd="0" presId="urn:microsoft.com/office/officeart/2005/8/layout/cycle6"/>
    <dgm:cxn modelId="{6DC208D4-39D7-4B4B-B463-E0E61B554CE0}" type="presParOf" srcId="{C30601F9-AF98-4123-AA52-181FB16BFE26}" destId="{ADE412C6-210A-414F-B278-0BCAD47BF794}" srcOrd="20" destOrd="0" presId="urn:microsoft.com/office/officeart/2005/8/layout/cycle6"/>
    <dgm:cxn modelId="{E5AD2D3C-320F-450C-932C-CA56029D7572}" type="presParOf" srcId="{C30601F9-AF98-4123-AA52-181FB16BFE26}" destId="{B215CA3F-7A72-43B0-A847-3747C1F2EE5A}" srcOrd="21" destOrd="0" presId="urn:microsoft.com/office/officeart/2005/8/layout/cycle6"/>
    <dgm:cxn modelId="{94FCB93A-ACD0-4F5F-8744-A9AFE0D7B808}" type="presParOf" srcId="{C30601F9-AF98-4123-AA52-181FB16BFE26}" destId="{86EBF1BC-0A93-4AA9-9411-120972AB92DE}" srcOrd="22" destOrd="0" presId="urn:microsoft.com/office/officeart/2005/8/layout/cycle6"/>
    <dgm:cxn modelId="{57D43414-A058-464E-8B43-EF579352C5D1}" type="presParOf" srcId="{C30601F9-AF98-4123-AA52-181FB16BFE26}" destId="{3CFEAD16-4C1E-4427-88DE-951780A6B418}" srcOrd="23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705594-B0EE-4C73-8F97-9BE8FE8527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F91E23-00BA-4C29-8778-0DC886F5D73E}">
      <dgm:prSet phldrT="[Текст]" custT="1"/>
      <dgm:spPr/>
      <dgm:t>
        <a:bodyPr/>
        <a:lstStyle/>
        <a:p>
          <a:r>
            <a:rPr lang="ru-RU" sz="2400" dirty="0" smtClean="0"/>
            <a:t>Группы  основных прав ГГС </a:t>
          </a:r>
          <a:endParaRPr lang="ru-RU" sz="2400" dirty="0"/>
        </a:p>
      </dgm:t>
    </dgm:pt>
    <dgm:pt modelId="{D671F009-99F0-4A34-B999-ABA0089877CF}" type="parTrans" cxnId="{2F865A87-EC3D-4774-8EC2-DCBAA0633C3C}">
      <dgm:prSet/>
      <dgm:spPr/>
      <dgm:t>
        <a:bodyPr/>
        <a:lstStyle/>
        <a:p>
          <a:endParaRPr lang="ru-RU"/>
        </a:p>
      </dgm:t>
    </dgm:pt>
    <dgm:pt modelId="{BFB21BE0-719D-487F-AEA9-B80346C862F1}" type="sibTrans" cxnId="{2F865A87-EC3D-4774-8EC2-DCBAA0633C3C}">
      <dgm:prSet/>
      <dgm:spPr/>
      <dgm:t>
        <a:bodyPr/>
        <a:lstStyle/>
        <a:p>
          <a:endParaRPr lang="ru-RU"/>
        </a:p>
      </dgm:t>
    </dgm:pt>
    <dgm:pt modelId="{9A69F6C4-12D0-41A3-8CF4-6756B5304790}">
      <dgm:prSet phldrT="[Текст]"/>
      <dgm:spPr/>
      <dgm:t>
        <a:bodyPr/>
        <a:lstStyle/>
        <a:p>
          <a:r>
            <a:rPr lang="ru-RU" dirty="0" smtClean="0"/>
            <a:t>Организационно-технические условия труда</a:t>
          </a:r>
          <a:endParaRPr lang="ru-RU" dirty="0"/>
        </a:p>
      </dgm:t>
    </dgm:pt>
    <dgm:pt modelId="{9ED8D7BA-A287-42C2-8FB9-165FAF0C9510}" type="parTrans" cxnId="{1A9A63D2-5DC8-4F92-BF7A-051FA68F2DF4}">
      <dgm:prSet/>
      <dgm:spPr/>
      <dgm:t>
        <a:bodyPr/>
        <a:lstStyle/>
        <a:p>
          <a:endParaRPr lang="ru-RU"/>
        </a:p>
      </dgm:t>
    </dgm:pt>
    <dgm:pt modelId="{029D3DBE-366F-4B83-B6C1-8E93F93CDD10}" type="sibTrans" cxnId="{1A9A63D2-5DC8-4F92-BF7A-051FA68F2DF4}">
      <dgm:prSet/>
      <dgm:spPr/>
      <dgm:t>
        <a:bodyPr/>
        <a:lstStyle/>
        <a:p>
          <a:endParaRPr lang="ru-RU"/>
        </a:p>
      </dgm:t>
    </dgm:pt>
    <dgm:pt modelId="{C1365CC2-C694-4313-9D96-F6CC6F45D303}">
      <dgm:prSet phldrT="[Текст]"/>
      <dgm:spPr/>
      <dgm:t>
        <a:bodyPr/>
        <a:lstStyle/>
        <a:p>
          <a:r>
            <a:rPr lang="ru-RU" dirty="0" smtClean="0"/>
            <a:t>Организационное обеспечение деятельности ГГС</a:t>
          </a:r>
          <a:endParaRPr lang="ru-RU" dirty="0"/>
        </a:p>
      </dgm:t>
    </dgm:pt>
    <dgm:pt modelId="{2A393D93-F36F-4606-8748-2C8B4D434097}" type="parTrans" cxnId="{FF27834D-2EC8-4C83-94C9-04E6B1CBCA93}">
      <dgm:prSet/>
      <dgm:spPr/>
      <dgm:t>
        <a:bodyPr/>
        <a:lstStyle/>
        <a:p>
          <a:endParaRPr lang="ru-RU"/>
        </a:p>
      </dgm:t>
    </dgm:pt>
    <dgm:pt modelId="{CBF967D7-20F5-4B1B-9B0B-A199429D0760}" type="sibTrans" cxnId="{FF27834D-2EC8-4C83-94C9-04E6B1CBCA93}">
      <dgm:prSet/>
      <dgm:spPr/>
      <dgm:t>
        <a:bodyPr/>
        <a:lstStyle/>
        <a:p>
          <a:endParaRPr lang="ru-RU"/>
        </a:p>
      </dgm:t>
    </dgm:pt>
    <dgm:pt modelId="{D97F56AB-4782-49F6-996D-FF18BD676FF1}">
      <dgm:prSet phldrT="[Текст]"/>
      <dgm:spPr/>
      <dgm:t>
        <a:bodyPr/>
        <a:lstStyle/>
        <a:p>
          <a:r>
            <a:rPr lang="ru-RU" dirty="0" smtClean="0"/>
            <a:t>Социальная защита ГГС</a:t>
          </a:r>
          <a:endParaRPr lang="ru-RU" dirty="0"/>
        </a:p>
      </dgm:t>
    </dgm:pt>
    <dgm:pt modelId="{2F1212AE-C109-480B-90C6-F7700CE857CA}" type="parTrans" cxnId="{CAB0BCF6-906C-4B53-BB08-A91C1BCC4773}">
      <dgm:prSet/>
      <dgm:spPr/>
      <dgm:t>
        <a:bodyPr/>
        <a:lstStyle/>
        <a:p>
          <a:endParaRPr lang="ru-RU"/>
        </a:p>
      </dgm:t>
    </dgm:pt>
    <dgm:pt modelId="{50A3B012-4B2E-4375-8455-A97F91B1096C}" type="sibTrans" cxnId="{CAB0BCF6-906C-4B53-BB08-A91C1BCC4773}">
      <dgm:prSet/>
      <dgm:spPr/>
      <dgm:t>
        <a:bodyPr/>
        <a:lstStyle/>
        <a:p>
          <a:endParaRPr lang="ru-RU"/>
        </a:p>
      </dgm:t>
    </dgm:pt>
    <dgm:pt modelId="{7D99B0C0-598D-40FB-9F25-CD7048EC78CD}">
      <dgm:prSet/>
      <dgm:spPr/>
      <dgm:t>
        <a:bodyPr/>
        <a:lstStyle/>
        <a:p>
          <a:r>
            <a:rPr lang="ru-RU" dirty="0" smtClean="0"/>
            <a:t>Прохождение гражданской службы</a:t>
          </a:r>
          <a:endParaRPr lang="ru-RU" dirty="0"/>
        </a:p>
      </dgm:t>
    </dgm:pt>
    <dgm:pt modelId="{9F81356F-DF1B-4BA2-AF93-0DE6F75AD1AF}" type="parTrans" cxnId="{352280FB-C35C-4714-988A-BB98584E9A68}">
      <dgm:prSet/>
      <dgm:spPr/>
      <dgm:t>
        <a:bodyPr/>
        <a:lstStyle/>
        <a:p>
          <a:endParaRPr lang="ru-RU"/>
        </a:p>
      </dgm:t>
    </dgm:pt>
    <dgm:pt modelId="{BC2A6BA7-27CD-49BD-A96F-B115EB87344C}" type="sibTrans" cxnId="{352280FB-C35C-4714-988A-BB98584E9A68}">
      <dgm:prSet/>
      <dgm:spPr/>
      <dgm:t>
        <a:bodyPr/>
        <a:lstStyle/>
        <a:p>
          <a:endParaRPr lang="ru-RU"/>
        </a:p>
      </dgm:t>
    </dgm:pt>
    <dgm:pt modelId="{A86FC960-6B8B-42E8-9411-FEB49BF757E2}" type="pres">
      <dgm:prSet presAssocID="{56705594-B0EE-4C73-8F97-9BE8FE8527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AB1F29E5-C565-4007-846F-A7723B127B8D}" type="pres">
      <dgm:prSet presAssocID="{E3F91E23-00BA-4C29-8778-0DC886F5D73E}" presName="hierRoot1" presStyleCnt="0">
        <dgm:presLayoutVars>
          <dgm:hierBranch val="init"/>
        </dgm:presLayoutVars>
      </dgm:prSet>
      <dgm:spPr/>
    </dgm:pt>
    <dgm:pt modelId="{1B610C2A-1221-4219-AC50-8623062331FB}" type="pres">
      <dgm:prSet presAssocID="{E3F91E23-00BA-4C29-8778-0DC886F5D73E}" presName="rootComposite1" presStyleCnt="0"/>
      <dgm:spPr/>
    </dgm:pt>
    <dgm:pt modelId="{B0EA7259-C3AE-45A4-8BC3-7518EC3AF6DD}" type="pres">
      <dgm:prSet presAssocID="{E3F91E23-00BA-4C29-8778-0DC886F5D73E}" presName="rootText1" presStyleLbl="node0" presStyleIdx="0" presStyleCnt="1" custScaleX="33131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1F65A2-F98E-431F-BBB0-1A05E6178770}" type="pres">
      <dgm:prSet presAssocID="{E3F91E23-00BA-4C29-8778-0DC886F5D73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C20498F-BABE-41DA-AE35-A44063107745}" type="pres">
      <dgm:prSet presAssocID="{E3F91E23-00BA-4C29-8778-0DC886F5D73E}" presName="hierChild2" presStyleCnt="0"/>
      <dgm:spPr/>
    </dgm:pt>
    <dgm:pt modelId="{35737F25-24F9-4BF6-82B6-352FB7BF0998}" type="pres">
      <dgm:prSet presAssocID="{9ED8D7BA-A287-42C2-8FB9-165FAF0C9510}" presName="Name37" presStyleLbl="parChTrans1D2" presStyleIdx="0" presStyleCnt="4"/>
      <dgm:spPr/>
      <dgm:t>
        <a:bodyPr/>
        <a:lstStyle/>
        <a:p>
          <a:endParaRPr lang="ru-RU"/>
        </a:p>
      </dgm:t>
    </dgm:pt>
    <dgm:pt modelId="{3FB9E8A2-A797-4A06-A099-F657D64ED16A}" type="pres">
      <dgm:prSet presAssocID="{9A69F6C4-12D0-41A3-8CF4-6756B5304790}" presName="hierRoot2" presStyleCnt="0">
        <dgm:presLayoutVars>
          <dgm:hierBranch val="init"/>
        </dgm:presLayoutVars>
      </dgm:prSet>
      <dgm:spPr/>
    </dgm:pt>
    <dgm:pt modelId="{661AFB33-D901-4933-87EE-0F2964111E4E}" type="pres">
      <dgm:prSet presAssocID="{9A69F6C4-12D0-41A3-8CF4-6756B5304790}" presName="rootComposite" presStyleCnt="0"/>
      <dgm:spPr/>
    </dgm:pt>
    <dgm:pt modelId="{F6D094D3-967A-4E8B-944E-667A837149FC}" type="pres">
      <dgm:prSet presAssocID="{9A69F6C4-12D0-41A3-8CF4-6756B5304790}" presName="rootText" presStyleLbl="node2" presStyleIdx="0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F57BF6-7FD7-42A2-8832-907E9F6411BC}" type="pres">
      <dgm:prSet presAssocID="{9A69F6C4-12D0-41A3-8CF4-6756B5304790}" presName="rootConnector" presStyleLbl="node2" presStyleIdx="0" presStyleCnt="4"/>
      <dgm:spPr/>
      <dgm:t>
        <a:bodyPr/>
        <a:lstStyle/>
        <a:p>
          <a:endParaRPr lang="ru-RU"/>
        </a:p>
      </dgm:t>
    </dgm:pt>
    <dgm:pt modelId="{62EDBE95-5D35-4981-983F-CA6DB131E0A9}" type="pres">
      <dgm:prSet presAssocID="{9A69F6C4-12D0-41A3-8CF4-6756B5304790}" presName="hierChild4" presStyleCnt="0"/>
      <dgm:spPr/>
    </dgm:pt>
    <dgm:pt modelId="{F09BA726-844D-42F3-8F95-43395E17F702}" type="pres">
      <dgm:prSet presAssocID="{9A69F6C4-12D0-41A3-8CF4-6756B5304790}" presName="hierChild5" presStyleCnt="0"/>
      <dgm:spPr/>
    </dgm:pt>
    <dgm:pt modelId="{70A1ADE7-3608-43B6-87D3-6442D34DF195}" type="pres">
      <dgm:prSet presAssocID="{2A393D93-F36F-4606-8748-2C8B4D434097}" presName="Name37" presStyleLbl="parChTrans1D2" presStyleIdx="1" presStyleCnt="4"/>
      <dgm:spPr/>
      <dgm:t>
        <a:bodyPr/>
        <a:lstStyle/>
        <a:p>
          <a:endParaRPr lang="ru-RU"/>
        </a:p>
      </dgm:t>
    </dgm:pt>
    <dgm:pt modelId="{419CC850-D66A-460F-B6E2-D003E8A37101}" type="pres">
      <dgm:prSet presAssocID="{C1365CC2-C694-4313-9D96-F6CC6F45D303}" presName="hierRoot2" presStyleCnt="0">
        <dgm:presLayoutVars>
          <dgm:hierBranch val="init"/>
        </dgm:presLayoutVars>
      </dgm:prSet>
      <dgm:spPr/>
    </dgm:pt>
    <dgm:pt modelId="{9AAC2420-B733-45FB-9DC7-5454BC9B0B1F}" type="pres">
      <dgm:prSet presAssocID="{C1365CC2-C694-4313-9D96-F6CC6F45D303}" presName="rootComposite" presStyleCnt="0"/>
      <dgm:spPr/>
    </dgm:pt>
    <dgm:pt modelId="{95373001-42C1-4D56-AF36-C6B2FC66AF76}" type="pres">
      <dgm:prSet presAssocID="{C1365CC2-C694-4313-9D96-F6CC6F45D303}" presName="rootText" presStyleLbl="node2" presStyleIdx="1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62741CD-7D33-4051-8D4F-FA70046ED263}" type="pres">
      <dgm:prSet presAssocID="{C1365CC2-C694-4313-9D96-F6CC6F45D303}" presName="rootConnector" presStyleLbl="node2" presStyleIdx="1" presStyleCnt="4"/>
      <dgm:spPr/>
      <dgm:t>
        <a:bodyPr/>
        <a:lstStyle/>
        <a:p>
          <a:endParaRPr lang="ru-RU"/>
        </a:p>
      </dgm:t>
    </dgm:pt>
    <dgm:pt modelId="{3BA9EE08-130D-4D79-9AEF-FA57A199F9B5}" type="pres">
      <dgm:prSet presAssocID="{C1365CC2-C694-4313-9D96-F6CC6F45D303}" presName="hierChild4" presStyleCnt="0"/>
      <dgm:spPr/>
    </dgm:pt>
    <dgm:pt modelId="{E0BC060E-3522-4B30-B52C-14D0A8A89261}" type="pres">
      <dgm:prSet presAssocID="{C1365CC2-C694-4313-9D96-F6CC6F45D303}" presName="hierChild5" presStyleCnt="0"/>
      <dgm:spPr/>
    </dgm:pt>
    <dgm:pt modelId="{42962F1D-8C62-4D94-8F78-6EC50837CF50}" type="pres">
      <dgm:prSet presAssocID="{9F81356F-DF1B-4BA2-AF93-0DE6F75AD1AF}" presName="Name37" presStyleLbl="parChTrans1D2" presStyleIdx="2" presStyleCnt="4"/>
      <dgm:spPr/>
      <dgm:t>
        <a:bodyPr/>
        <a:lstStyle/>
        <a:p>
          <a:endParaRPr lang="ru-RU"/>
        </a:p>
      </dgm:t>
    </dgm:pt>
    <dgm:pt modelId="{27E6611D-3EA8-49BC-B34F-896AA71B27FD}" type="pres">
      <dgm:prSet presAssocID="{7D99B0C0-598D-40FB-9F25-CD7048EC78CD}" presName="hierRoot2" presStyleCnt="0">
        <dgm:presLayoutVars>
          <dgm:hierBranch val="init"/>
        </dgm:presLayoutVars>
      </dgm:prSet>
      <dgm:spPr/>
    </dgm:pt>
    <dgm:pt modelId="{CF567E42-E187-442B-B681-CD0BBCB099A1}" type="pres">
      <dgm:prSet presAssocID="{7D99B0C0-598D-40FB-9F25-CD7048EC78CD}" presName="rootComposite" presStyleCnt="0"/>
      <dgm:spPr/>
    </dgm:pt>
    <dgm:pt modelId="{8C3B4334-6CCB-4040-A442-1A31F1DDDC74}" type="pres">
      <dgm:prSet presAssocID="{7D99B0C0-598D-40FB-9F25-CD7048EC78CD}" presName="rootText" presStyleLbl="node2" presStyleIdx="2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BFD6012-60C5-484E-B6EA-32AA9326F6A1}" type="pres">
      <dgm:prSet presAssocID="{7D99B0C0-598D-40FB-9F25-CD7048EC78CD}" presName="rootConnector" presStyleLbl="node2" presStyleIdx="2" presStyleCnt="4"/>
      <dgm:spPr/>
      <dgm:t>
        <a:bodyPr/>
        <a:lstStyle/>
        <a:p>
          <a:endParaRPr lang="ru-RU"/>
        </a:p>
      </dgm:t>
    </dgm:pt>
    <dgm:pt modelId="{257500E6-4E7F-4DE7-B164-6A9C9C2882F4}" type="pres">
      <dgm:prSet presAssocID="{7D99B0C0-598D-40FB-9F25-CD7048EC78CD}" presName="hierChild4" presStyleCnt="0"/>
      <dgm:spPr/>
    </dgm:pt>
    <dgm:pt modelId="{31C01382-E123-4D73-88F5-74ECA2E6B880}" type="pres">
      <dgm:prSet presAssocID="{7D99B0C0-598D-40FB-9F25-CD7048EC78CD}" presName="hierChild5" presStyleCnt="0"/>
      <dgm:spPr/>
    </dgm:pt>
    <dgm:pt modelId="{D317C5D8-8BFD-4CED-BBD1-7DE918402E87}" type="pres">
      <dgm:prSet presAssocID="{2F1212AE-C109-480B-90C6-F7700CE857CA}" presName="Name37" presStyleLbl="parChTrans1D2" presStyleIdx="3" presStyleCnt="4"/>
      <dgm:spPr/>
      <dgm:t>
        <a:bodyPr/>
        <a:lstStyle/>
        <a:p>
          <a:endParaRPr lang="ru-RU"/>
        </a:p>
      </dgm:t>
    </dgm:pt>
    <dgm:pt modelId="{AF2F0009-57A9-4331-9C79-22F652D951BF}" type="pres">
      <dgm:prSet presAssocID="{D97F56AB-4782-49F6-996D-FF18BD676FF1}" presName="hierRoot2" presStyleCnt="0">
        <dgm:presLayoutVars>
          <dgm:hierBranch val="init"/>
        </dgm:presLayoutVars>
      </dgm:prSet>
      <dgm:spPr/>
    </dgm:pt>
    <dgm:pt modelId="{FDEF3438-0CD8-4E78-9EB9-873F8E45BACA}" type="pres">
      <dgm:prSet presAssocID="{D97F56AB-4782-49F6-996D-FF18BD676FF1}" presName="rootComposite" presStyleCnt="0"/>
      <dgm:spPr/>
    </dgm:pt>
    <dgm:pt modelId="{69C8F3F1-CDC2-41CC-8A4E-7F414BFBEBD8}" type="pres">
      <dgm:prSet presAssocID="{D97F56AB-4782-49F6-996D-FF18BD676FF1}" presName="rootText" presStyleLbl="node2" presStyleIdx="3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AA83BA-DECA-4068-821E-F5DC3AFD2CF0}" type="pres">
      <dgm:prSet presAssocID="{D97F56AB-4782-49F6-996D-FF18BD676FF1}" presName="rootConnector" presStyleLbl="node2" presStyleIdx="3" presStyleCnt="4"/>
      <dgm:spPr/>
      <dgm:t>
        <a:bodyPr/>
        <a:lstStyle/>
        <a:p>
          <a:endParaRPr lang="ru-RU"/>
        </a:p>
      </dgm:t>
    </dgm:pt>
    <dgm:pt modelId="{C5040D80-4A50-4A8E-8BBD-56FEE712D775}" type="pres">
      <dgm:prSet presAssocID="{D97F56AB-4782-49F6-996D-FF18BD676FF1}" presName="hierChild4" presStyleCnt="0"/>
      <dgm:spPr/>
    </dgm:pt>
    <dgm:pt modelId="{1AB7D779-507D-4F9A-9FE6-FE0DC7AFEC00}" type="pres">
      <dgm:prSet presAssocID="{D97F56AB-4782-49F6-996D-FF18BD676FF1}" presName="hierChild5" presStyleCnt="0"/>
      <dgm:spPr/>
    </dgm:pt>
    <dgm:pt modelId="{C34FE9B0-C41F-4D4D-9414-D4FAB6F0F70F}" type="pres">
      <dgm:prSet presAssocID="{E3F91E23-00BA-4C29-8778-0DC886F5D73E}" presName="hierChild3" presStyleCnt="0"/>
      <dgm:spPr/>
    </dgm:pt>
  </dgm:ptLst>
  <dgm:cxnLst>
    <dgm:cxn modelId="{4D000AD9-22AB-42F4-B94D-9664CBAC5530}" type="presOf" srcId="{C1365CC2-C694-4313-9D96-F6CC6F45D303}" destId="{95373001-42C1-4D56-AF36-C6B2FC66AF76}" srcOrd="0" destOrd="0" presId="urn:microsoft.com/office/officeart/2005/8/layout/orgChart1"/>
    <dgm:cxn modelId="{FE306F5E-C652-4BAF-8C8D-B21623B16BD5}" type="presOf" srcId="{9A69F6C4-12D0-41A3-8CF4-6756B5304790}" destId="{86F57BF6-7FD7-42A2-8832-907E9F6411BC}" srcOrd="1" destOrd="0" presId="urn:microsoft.com/office/officeart/2005/8/layout/orgChart1"/>
    <dgm:cxn modelId="{BEBC92FA-000F-4BA4-BCAE-C2AC67517891}" type="presOf" srcId="{D97F56AB-4782-49F6-996D-FF18BD676FF1}" destId="{69C8F3F1-CDC2-41CC-8A4E-7F414BFBEBD8}" srcOrd="0" destOrd="0" presId="urn:microsoft.com/office/officeart/2005/8/layout/orgChart1"/>
    <dgm:cxn modelId="{24F7569E-0B7D-4E65-971D-B5C05776C7E8}" type="presOf" srcId="{7D99B0C0-598D-40FB-9F25-CD7048EC78CD}" destId="{ABFD6012-60C5-484E-B6EA-32AA9326F6A1}" srcOrd="1" destOrd="0" presId="urn:microsoft.com/office/officeart/2005/8/layout/orgChart1"/>
    <dgm:cxn modelId="{FF27834D-2EC8-4C83-94C9-04E6B1CBCA93}" srcId="{E3F91E23-00BA-4C29-8778-0DC886F5D73E}" destId="{C1365CC2-C694-4313-9D96-F6CC6F45D303}" srcOrd="1" destOrd="0" parTransId="{2A393D93-F36F-4606-8748-2C8B4D434097}" sibTransId="{CBF967D7-20F5-4B1B-9B0B-A199429D0760}"/>
    <dgm:cxn modelId="{E15E212E-49D1-4ACB-B40F-598DA7A52C4A}" type="presOf" srcId="{9ED8D7BA-A287-42C2-8FB9-165FAF0C9510}" destId="{35737F25-24F9-4BF6-82B6-352FB7BF0998}" srcOrd="0" destOrd="0" presId="urn:microsoft.com/office/officeart/2005/8/layout/orgChart1"/>
    <dgm:cxn modelId="{2F865A87-EC3D-4774-8EC2-DCBAA0633C3C}" srcId="{56705594-B0EE-4C73-8F97-9BE8FE85275B}" destId="{E3F91E23-00BA-4C29-8778-0DC886F5D73E}" srcOrd="0" destOrd="0" parTransId="{D671F009-99F0-4A34-B999-ABA0089877CF}" sibTransId="{BFB21BE0-719D-487F-AEA9-B80346C862F1}"/>
    <dgm:cxn modelId="{4396DFA9-3395-42A3-9A29-323CDC41B312}" type="presOf" srcId="{7D99B0C0-598D-40FB-9F25-CD7048EC78CD}" destId="{8C3B4334-6CCB-4040-A442-1A31F1DDDC74}" srcOrd="0" destOrd="0" presId="urn:microsoft.com/office/officeart/2005/8/layout/orgChart1"/>
    <dgm:cxn modelId="{5E91250F-618A-44B6-8C3B-6842746EA12B}" type="presOf" srcId="{D97F56AB-4782-49F6-996D-FF18BD676FF1}" destId="{5CAA83BA-DECA-4068-821E-F5DC3AFD2CF0}" srcOrd="1" destOrd="0" presId="urn:microsoft.com/office/officeart/2005/8/layout/orgChart1"/>
    <dgm:cxn modelId="{06099667-2930-4A3D-8E28-BE9C9539C4CC}" type="presOf" srcId="{56705594-B0EE-4C73-8F97-9BE8FE85275B}" destId="{A86FC960-6B8B-42E8-9411-FEB49BF757E2}" srcOrd="0" destOrd="0" presId="urn:microsoft.com/office/officeart/2005/8/layout/orgChart1"/>
    <dgm:cxn modelId="{0B13805A-DA95-4C03-AEC9-75EA999A9B72}" type="presOf" srcId="{2F1212AE-C109-480B-90C6-F7700CE857CA}" destId="{D317C5D8-8BFD-4CED-BBD1-7DE918402E87}" srcOrd="0" destOrd="0" presId="urn:microsoft.com/office/officeart/2005/8/layout/orgChart1"/>
    <dgm:cxn modelId="{5A9D4886-C4E7-45E4-94BB-C450ECAA2FAF}" type="presOf" srcId="{C1365CC2-C694-4313-9D96-F6CC6F45D303}" destId="{362741CD-7D33-4051-8D4F-FA70046ED263}" srcOrd="1" destOrd="0" presId="urn:microsoft.com/office/officeart/2005/8/layout/orgChart1"/>
    <dgm:cxn modelId="{1A9A63D2-5DC8-4F92-BF7A-051FA68F2DF4}" srcId="{E3F91E23-00BA-4C29-8778-0DC886F5D73E}" destId="{9A69F6C4-12D0-41A3-8CF4-6756B5304790}" srcOrd="0" destOrd="0" parTransId="{9ED8D7BA-A287-42C2-8FB9-165FAF0C9510}" sibTransId="{029D3DBE-366F-4B83-B6C1-8E93F93CDD10}"/>
    <dgm:cxn modelId="{90AF8F02-8905-48F4-9313-C9FC8312CB62}" type="presOf" srcId="{9A69F6C4-12D0-41A3-8CF4-6756B5304790}" destId="{F6D094D3-967A-4E8B-944E-667A837149FC}" srcOrd="0" destOrd="0" presId="urn:microsoft.com/office/officeart/2005/8/layout/orgChart1"/>
    <dgm:cxn modelId="{5BF1692A-18A4-42D9-AA7A-35A7FD87693C}" type="presOf" srcId="{9F81356F-DF1B-4BA2-AF93-0DE6F75AD1AF}" destId="{42962F1D-8C62-4D94-8F78-6EC50837CF50}" srcOrd="0" destOrd="0" presId="urn:microsoft.com/office/officeart/2005/8/layout/orgChart1"/>
    <dgm:cxn modelId="{A8ED6250-419C-43F1-AEC9-29FD40342093}" type="presOf" srcId="{E3F91E23-00BA-4C29-8778-0DC886F5D73E}" destId="{B0EA7259-C3AE-45A4-8BC3-7518EC3AF6DD}" srcOrd="0" destOrd="0" presId="urn:microsoft.com/office/officeart/2005/8/layout/orgChart1"/>
    <dgm:cxn modelId="{CAB0BCF6-906C-4B53-BB08-A91C1BCC4773}" srcId="{E3F91E23-00BA-4C29-8778-0DC886F5D73E}" destId="{D97F56AB-4782-49F6-996D-FF18BD676FF1}" srcOrd="3" destOrd="0" parTransId="{2F1212AE-C109-480B-90C6-F7700CE857CA}" sibTransId="{50A3B012-4B2E-4375-8455-A97F91B1096C}"/>
    <dgm:cxn modelId="{352280FB-C35C-4714-988A-BB98584E9A68}" srcId="{E3F91E23-00BA-4C29-8778-0DC886F5D73E}" destId="{7D99B0C0-598D-40FB-9F25-CD7048EC78CD}" srcOrd="2" destOrd="0" parTransId="{9F81356F-DF1B-4BA2-AF93-0DE6F75AD1AF}" sibTransId="{BC2A6BA7-27CD-49BD-A96F-B115EB87344C}"/>
    <dgm:cxn modelId="{ACEA0AEF-2CCC-49E5-B067-6139D5C93A45}" type="presOf" srcId="{2A393D93-F36F-4606-8748-2C8B4D434097}" destId="{70A1ADE7-3608-43B6-87D3-6442D34DF195}" srcOrd="0" destOrd="0" presId="urn:microsoft.com/office/officeart/2005/8/layout/orgChart1"/>
    <dgm:cxn modelId="{8E041929-426A-448C-89DC-A7629813DDA0}" type="presOf" srcId="{E3F91E23-00BA-4C29-8778-0DC886F5D73E}" destId="{8F1F65A2-F98E-431F-BBB0-1A05E6178770}" srcOrd="1" destOrd="0" presId="urn:microsoft.com/office/officeart/2005/8/layout/orgChart1"/>
    <dgm:cxn modelId="{41CA1001-D1C4-4881-85C1-F72D9CBE2FBE}" type="presParOf" srcId="{A86FC960-6B8B-42E8-9411-FEB49BF757E2}" destId="{AB1F29E5-C565-4007-846F-A7723B127B8D}" srcOrd="0" destOrd="0" presId="urn:microsoft.com/office/officeart/2005/8/layout/orgChart1"/>
    <dgm:cxn modelId="{0B4558F9-BAB7-475E-B0B9-CBE3531895D5}" type="presParOf" srcId="{AB1F29E5-C565-4007-846F-A7723B127B8D}" destId="{1B610C2A-1221-4219-AC50-8623062331FB}" srcOrd="0" destOrd="0" presId="urn:microsoft.com/office/officeart/2005/8/layout/orgChart1"/>
    <dgm:cxn modelId="{8AD11AE4-D3F8-4AA7-B6F7-0855EF51264B}" type="presParOf" srcId="{1B610C2A-1221-4219-AC50-8623062331FB}" destId="{B0EA7259-C3AE-45A4-8BC3-7518EC3AF6DD}" srcOrd="0" destOrd="0" presId="urn:microsoft.com/office/officeart/2005/8/layout/orgChart1"/>
    <dgm:cxn modelId="{0F7EEF65-152A-4388-8150-3BC5AFDAAAFA}" type="presParOf" srcId="{1B610C2A-1221-4219-AC50-8623062331FB}" destId="{8F1F65A2-F98E-431F-BBB0-1A05E6178770}" srcOrd="1" destOrd="0" presId="urn:microsoft.com/office/officeart/2005/8/layout/orgChart1"/>
    <dgm:cxn modelId="{83A443FB-597E-423F-82D0-38FF3CF8660B}" type="presParOf" srcId="{AB1F29E5-C565-4007-846F-A7723B127B8D}" destId="{BC20498F-BABE-41DA-AE35-A44063107745}" srcOrd="1" destOrd="0" presId="urn:microsoft.com/office/officeart/2005/8/layout/orgChart1"/>
    <dgm:cxn modelId="{EC095C18-44E6-4E42-8FF3-9E332B324F27}" type="presParOf" srcId="{BC20498F-BABE-41DA-AE35-A44063107745}" destId="{35737F25-24F9-4BF6-82B6-352FB7BF0998}" srcOrd="0" destOrd="0" presId="urn:microsoft.com/office/officeart/2005/8/layout/orgChart1"/>
    <dgm:cxn modelId="{5CA9D2F2-73F6-4C43-9EE2-CD97E83DA9E1}" type="presParOf" srcId="{BC20498F-BABE-41DA-AE35-A44063107745}" destId="{3FB9E8A2-A797-4A06-A099-F657D64ED16A}" srcOrd="1" destOrd="0" presId="urn:microsoft.com/office/officeart/2005/8/layout/orgChart1"/>
    <dgm:cxn modelId="{C7631619-A48E-4145-AB72-30FFA693AC68}" type="presParOf" srcId="{3FB9E8A2-A797-4A06-A099-F657D64ED16A}" destId="{661AFB33-D901-4933-87EE-0F2964111E4E}" srcOrd="0" destOrd="0" presId="urn:microsoft.com/office/officeart/2005/8/layout/orgChart1"/>
    <dgm:cxn modelId="{38267DC1-4913-4735-A89D-6B0A754B8F24}" type="presParOf" srcId="{661AFB33-D901-4933-87EE-0F2964111E4E}" destId="{F6D094D3-967A-4E8B-944E-667A837149FC}" srcOrd="0" destOrd="0" presId="urn:microsoft.com/office/officeart/2005/8/layout/orgChart1"/>
    <dgm:cxn modelId="{7F43B8EC-D0D1-4985-8BAD-3E05FEAC58F7}" type="presParOf" srcId="{661AFB33-D901-4933-87EE-0F2964111E4E}" destId="{86F57BF6-7FD7-42A2-8832-907E9F6411BC}" srcOrd="1" destOrd="0" presId="urn:microsoft.com/office/officeart/2005/8/layout/orgChart1"/>
    <dgm:cxn modelId="{19C47D9E-50A0-4D94-AF74-59A3D8AB1584}" type="presParOf" srcId="{3FB9E8A2-A797-4A06-A099-F657D64ED16A}" destId="{62EDBE95-5D35-4981-983F-CA6DB131E0A9}" srcOrd="1" destOrd="0" presId="urn:microsoft.com/office/officeart/2005/8/layout/orgChart1"/>
    <dgm:cxn modelId="{26D78C34-39AF-4A6C-8D66-CD14D5AC5C01}" type="presParOf" srcId="{3FB9E8A2-A797-4A06-A099-F657D64ED16A}" destId="{F09BA726-844D-42F3-8F95-43395E17F702}" srcOrd="2" destOrd="0" presId="urn:microsoft.com/office/officeart/2005/8/layout/orgChart1"/>
    <dgm:cxn modelId="{DC774BC3-E794-40C7-8B78-5E8676AA2A21}" type="presParOf" srcId="{BC20498F-BABE-41DA-AE35-A44063107745}" destId="{70A1ADE7-3608-43B6-87D3-6442D34DF195}" srcOrd="2" destOrd="0" presId="urn:microsoft.com/office/officeart/2005/8/layout/orgChart1"/>
    <dgm:cxn modelId="{19FF8841-E4CB-4A0E-9FDF-634C2E29C1CF}" type="presParOf" srcId="{BC20498F-BABE-41DA-AE35-A44063107745}" destId="{419CC850-D66A-460F-B6E2-D003E8A37101}" srcOrd="3" destOrd="0" presId="urn:microsoft.com/office/officeart/2005/8/layout/orgChart1"/>
    <dgm:cxn modelId="{E8ACE069-7D8A-470E-8815-BEAC284AFD8E}" type="presParOf" srcId="{419CC850-D66A-460F-B6E2-D003E8A37101}" destId="{9AAC2420-B733-45FB-9DC7-5454BC9B0B1F}" srcOrd="0" destOrd="0" presId="urn:microsoft.com/office/officeart/2005/8/layout/orgChart1"/>
    <dgm:cxn modelId="{95C499D8-6EDA-440E-A3C0-F59B75442A31}" type="presParOf" srcId="{9AAC2420-B733-45FB-9DC7-5454BC9B0B1F}" destId="{95373001-42C1-4D56-AF36-C6B2FC66AF76}" srcOrd="0" destOrd="0" presId="urn:microsoft.com/office/officeart/2005/8/layout/orgChart1"/>
    <dgm:cxn modelId="{F5BE7B5A-AB8D-4FEB-9ECF-8B931343DBE4}" type="presParOf" srcId="{9AAC2420-B733-45FB-9DC7-5454BC9B0B1F}" destId="{362741CD-7D33-4051-8D4F-FA70046ED263}" srcOrd="1" destOrd="0" presId="urn:microsoft.com/office/officeart/2005/8/layout/orgChart1"/>
    <dgm:cxn modelId="{2543AFF0-DA3B-4441-B74F-7C65BE78BF2F}" type="presParOf" srcId="{419CC850-D66A-460F-B6E2-D003E8A37101}" destId="{3BA9EE08-130D-4D79-9AEF-FA57A199F9B5}" srcOrd="1" destOrd="0" presId="urn:microsoft.com/office/officeart/2005/8/layout/orgChart1"/>
    <dgm:cxn modelId="{1B56C124-3DA8-4CC0-ABCE-B63139D10F9E}" type="presParOf" srcId="{419CC850-D66A-460F-B6E2-D003E8A37101}" destId="{E0BC060E-3522-4B30-B52C-14D0A8A89261}" srcOrd="2" destOrd="0" presId="urn:microsoft.com/office/officeart/2005/8/layout/orgChart1"/>
    <dgm:cxn modelId="{7B587F74-02C4-4CA9-86DD-9A543400F0A2}" type="presParOf" srcId="{BC20498F-BABE-41DA-AE35-A44063107745}" destId="{42962F1D-8C62-4D94-8F78-6EC50837CF50}" srcOrd="4" destOrd="0" presId="urn:microsoft.com/office/officeart/2005/8/layout/orgChart1"/>
    <dgm:cxn modelId="{AF1E9170-6267-4350-9F4F-E833FDB4C4F1}" type="presParOf" srcId="{BC20498F-BABE-41DA-AE35-A44063107745}" destId="{27E6611D-3EA8-49BC-B34F-896AA71B27FD}" srcOrd="5" destOrd="0" presId="urn:microsoft.com/office/officeart/2005/8/layout/orgChart1"/>
    <dgm:cxn modelId="{4791A23E-53AE-4D83-A171-79136A4ABB34}" type="presParOf" srcId="{27E6611D-3EA8-49BC-B34F-896AA71B27FD}" destId="{CF567E42-E187-442B-B681-CD0BBCB099A1}" srcOrd="0" destOrd="0" presId="urn:microsoft.com/office/officeart/2005/8/layout/orgChart1"/>
    <dgm:cxn modelId="{9F7FF0D1-3591-4342-8238-1B46E9D0B45F}" type="presParOf" srcId="{CF567E42-E187-442B-B681-CD0BBCB099A1}" destId="{8C3B4334-6CCB-4040-A442-1A31F1DDDC74}" srcOrd="0" destOrd="0" presId="urn:microsoft.com/office/officeart/2005/8/layout/orgChart1"/>
    <dgm:cxn modelId="{4F495CD9-A900-4F3E-B0C4-C227EEC47577}" type="presParOf" srcId="{CF567E42-E187-442B-B681-CD0BBCB099A1}" destId="{ABFD6012-60C5-484E-B6EA-32AA9326F6A1}" srcOrd="1" destOrd="0" presId="urn:microsoft.com/office/officeart/2005/8/layout/orgChart1"/>
    <dgm:cxn modelId="{70B380EF-F8AC-4CCA-82C1-EAEE4D447033}" type="presParOf" srcId="{27E6611D-3EA8-49BC-B34F-896AA71B27FD}" destId="{257500E6-4E7F-4DE7-B164-6A9C9C2882F4}" srcOrd="1" destOrd="0" presId="urn:microsoft.com/office/officeart/2005/8/layout/orgChart1"/>
    <dgm:cxn modelId="{F4F4C900-9B33-465F-862C-44322EF92ED7}" type="presParOf" srcId="{27E6611D-3EA8-49BC-B34F-896AA71B27FD}" destId="{31C01382-E123-4D73-88F5-74ECA2E6B880}" srcOrd="2" destOrd="0" presId="urn:microsoft.com/office/officeart/2005/8/layout/orgChart1"/>
    <dgm:cxn modelId="{DCA5D725-ED5F-4F0B-8284-4C7DDEE06184}" type="presParOf" srcId="{BC20498F-BABE-41DA-AE35-A44063107745}" destId="{D317C5D8-8BFD-4CED-BBD1-7DE918402E87}" srcOrd="6" destOrd="0" presId="urn:microsoft.com/office/officeart/2005/8/layout/orgChart1"/>
    <dgm:cxn modelId="{E056A54F-EF73-47EB-9B87-105A13D59560}" type="presParOf" srcId="{BC20498F-BABE-41DA-AE35-A44063107745}" destId="{AF2F0009-57A9-4331-9C79-22F652D951BF}" srcOrd="7" destOrd="0" presId="urn:microsoft.com/office/officeart/2005/8/layout/orgChart1"/>
    <dgm:cxn modelId="{47B8759B-83DB-4B21-B264-31AC437AE512}" type="presParOf" srcId="{AF2F0009-57A9-4331-9C79-22F652D951BF}" destId="{FDEF3438-0CD8-4E78-9EB9-873F8E45BACA}" srcOrd="0" destOrd="0" presId="urn:microsoft.com/office/officeart/2005/8/layout/orgChart1"/>
    <dgm:cxn modelId="{E1EAD40E-BBD8-41CE-B7D0-962126F44CB7}" type="presParOf" srcId="{FDEF3438-0CD8-4E78-9EB9-873F8E45BACA}" destId="{69C8F3F1-CDC2-41CC-8A4E-7F414BFBEBD8}" srcOrd="0" destOrd="0" presId="urn:microsoft.com/office/officeart/2005/8/layout/orgChart1"/>
    <dgm:cxn modelId="{3A34BBAA-96EE-47B4-B328-9DD2A8F381DD}" type="presParOf" srcId="{FDEF3438-0CD8-4E78-9EB9-873F8E45BACA}" destId="{5CAA83BA-DECA-4068-821E-F5DC3AFD2CF0}" srcOrd="1" destOrd="0" presId="urn:microsoft.com/office/officeart/2005/8/layout/orgChart1"/>
    <dgm:cxn modelId="{0C5F77A0-9232-4201-99D6-04E59D8A58E9}" type="presParOf" srcId="{AF2F0009-57A9-4331-9C79-22F652D951BF}" destId="{C5040D80-4A50-4A8E-8BBD-56FEE712D775}" srcOrd="1" destOrd="0" presId="urn:microsoft.com/office/officeart/2005/8/layout/orgChart1"/>
    <dgm:cxn modelId="{E4229047-9504-4B3B-99DC-646311E1066D}" type="presParOf" srcId="{AF2F0009-57A9-4331-9C79-22F652D951BF}" destId="{1AB7D779-507D-4F9A-9FE6-FE0DC7AFEC00}" srcOrd="2" destOrd="0" presId="urn:microsoft.com/office/officeart/2005/8/layout/orgChart1"/>
    <dgm:cxn modelId="{9DF08562-1D1F-454B-A3A1-C94D241DBD58}" type="presParOf" srcId="{AB1F29E5-C565-4007-846F-A7723B127B8D}" destId="{C34FE9B0-C41F-4D4D-9414-D4FAB6F0F7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6705594-B0EE-4C73-8F97-9BE8FE8527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F91E23-00BA-4C29-8778-0DC886F5D73E}">
      <dgm:prSet phldrT="[Текст]" custT="1"/>
      <dgm:spPr/>
      <dgm:t>
        <a:bodyPr/>
        <a:lstStyle/>
        <a:p>
          <a:r>
            <a:rPr lang="ru-RU" sz="2400" dirty="0" smtClean="0"/>
            <a:t>Группы  основных обязанностей ГГС </a:t>
          </a:r>
          <a:endParaRPr lang="ru-RU" sz="2400" dirty="0"/>
        </a:p>
      </dgm:t>
    </dgm:pt>
    <dgm:pt modelId="{D671F009-99F0-4A34-B999-ABA0089877CF}" type="parTrans" cxnId="{2F865A87-EC3D-4774-8EC2-DCBAA0633C3C}">
      <dgm:prSet/>
      <dgm:spPr/>
      <dgm:t>
        <a:bodyPr/>
        <a:lstStyle/>
        <a:p>
          <a:endParaRPr lang="ru-RU"/>
        </a:p>
      </dgm:t>
    </dgm:pt>
    <dgm:pt modelId="{BFB21BE0-719D-487F-AEA9-B80346C862F1}" type="sibTrans" cxnId="{2F865A87-EC3D-4774-8EC2-DCBAA0633C3C}">
      <dgm:prSet/>
      <dgm:spPr/>
      <dgm:t>
        <a:bodyPr/>
        <a:lstStyle/>
        <a:p>
          <a:endParaRPr lang="ru-RU"/>
        </a:p>
      </dgm:t>
    </dgm:pt>
    <dgm:pt modelId="{9A69F6C4-12D0-41A3-8CF4-6756B5304790}">
      <dgm:prSet phldrT="[Текст]"/>
      <dgm:spPr/>
      <dgm:t>
        <a:bodyPr/>
        <a:lstStyle/>
        <a:p>
          <a:r>
            <a:rPr lang="ru-RU" dirty="0" smtClean="0"/>
            <a:t>Исполнение обязанностей и поручений</a:t>
          </a:r>
          <a:endParaRPr lang="ru-RU" dirty="0"/>
        </a:p>
      </dgm:t>
    </dgm:pt>
    <dgm:pt modelId="{9ED8D7BA-A287-42C2-8FB9-165FAF0C9510}" type="parTrans" cxnId="{1A9A63D2-5DC8-4F92-BF7A-051FA68F2DF4}">
      <dgm:prSet/>
      <dgm:spPr/>
      <dgm:t>
        <a:bodyPr/>
        <a:lstStyle/>
        <a:p>
          <a:endParaRPr lang="ru-RU"/>
        </a:p>
      </dgm:t>
    </dgm:pt>
    <dgm:pt modelId="{029D3DBE-366F-4B83-B6C1-8E93F93CDD10}" type="sibTrans" cxnId="{1A9A63D2-5DC8-4F92-BF7A-051FA68F2DF4}">
      <dgm:prSet/>
      <dgm:spPr/>
      <dgm:t>
        <a:bodyPr/>
        <a:lstStyle/>
        <a:p>
          <a:endParaRPr lang="ru-RU"/>
        </a:p>
      </dgm:t>
    </dgm:pt>
    <dgm:pt modelId="{C1365CC2-C694-4313-9D96-F6CC6F45D303}">
      <dgm:prSet phldrT="[Текст]"/>
      <dgm:spPr/>
      <dgm:t>
        <a:bodyPr/>
        <a:lstStyle/>
        <a:p>
          <a:r>
            <a:rPr lang="ru-RU" dirty="0" smtClean="0"/>
            <a:t>Поддержка необходимого уровня квалификации</a:t>
          </a:r>
          <a:endParaRPr lang="ru-RU" dirty="0"/>
        </a:p>
      </dgm:t>
    </dgm:pt>
    <dgm:pt modelId="{2A393D93-F36F-4606-8748-2C8B4D434097}" type="parTrans" cxnId="{FF27834D-2EC8-4C83-94C9-04E6B1CBCA93}">
      <dgm:prSet/>
      <dgm:spPr/>
      <dgm:t>
        <a:bodyPr/>
        <a:lstStyle/>
        <a:p>
          <a:endParaRPr lang="ru-RU"/>
        </a:p>
      </dgm:t>
    </dgm:pt>
    <dgm:pt modelId="{CBF967D7-20F5-4B1B-9B0B-A199429D0760}" type="sibTrans" cxnId="{FF27834D-2EC8-4C83-94C9-04E6B1CBCA93}">
      <dgm:prSet/>
      <dgm:spPr/>
      <dgm:t>
        <a:bodyPr/>
        <a:lstStyle/>
        <a:p>
          <a:endParaRPr lang="ru-RU"/>
        </a:p>
      </dgm:t>
    </dgm:pt>
    <dgm:pt modelId="{D97F56AB-4782-49F6-996D-FF18BD676FF1}">
      <dgm:prSet phldrT="[Текст]"/>
      <dgm:spPr/>
      <dgm:t>
        <a:bodyPr/>
        <a:lstStyle/>
        <a:p>
          <a:r>
            <a:rPr lang="ru-RU" dirty="0" smtClean="0"/>
            <a:t>Информирование руководства об изменении своего положения</a:t>
          </a:r>
          <a:endParaRPr lang="ru-RU" dirty="0"/>
        </a:p>
      </dgm:t>
    </dgm:pt>
    <dgm:pt modelId="{2F1212AE-C109-480B-90C6-F7700CE857CA}" type="parTrans" cxnId="{CAB0BCF6-906C-4B53-BB08-A91C1BCC4773}">
      <dgm:prSet/>
      <dgm:spPr/>
      <dgm:t>
        <a:bodyPr/>
        <a:lstStyle/>
        <a:p>
          <a:endParaRPr lang="ru-RU"/>
        </a:p>
      </dgm:t>
    </dgm:pt>
    <dgm:pt modelId="{50A3B012-4B2E-4375-8455-A97F91B1096C}" type="sibTrans" cxnId="{CAB0BCF6-906C-4B53-BB08-A91C1BCC4773}">
      <dgm:prSet/>
      <dgm:spPr/>
      <dgm:t>
        <a:bodyPr/>
        <a:lstStyle/>
        <a:p>
          <a:endParaRPr lang="ru-RU"/>
        </a:p>
      </dgm:t>
    </dgm:pt>
    <dgm:pt modelId="{7D99B0C0-598D-40FB-9F25-CD7048EC78CD}">
      <dgm:prSet/>
      <dgm:spPr/>
      <dgm:t>
        <a:bodyPr/>
        <a:lstStyle/>
        <a:p>
          <a:r>
            <a:rPr lang="ru-RU" dirty="0" smtClean="0"/>
            <a:t>Соблюдение установленных норм и требований</a:t>
          </a:r>
          <a:endParaRPr lang="ru-RU" dirty="0"/>
        </a:p>
      </dgm:t>
    </dgm:pt>
    <dgm:pt modelId="{9F81356F-DF1B-4BA2-AF93-0DE6F75AD1AF}" type="parTrans" cxnId="{352280FB-C35C-4714-988A-BB98584E9A68}">
      <dgm:prSet/>
      <dgm:spPr/>
      <dgm:t>
        <a:bodyPr/>
        <a:lstStyle/>
        <a:p>
          <a:endParaRPr lang="ru-RU"/>
        </a:p>
      </dgm:t>
    </dgm:pt>
    <dgm:pt modelId="{BC2A6BA7-27CD-49BD-A96F-B115EB87344C}" type="sibTrans" cxnId="{352280FB-C35C-4714-988A-BB98584E9A68}">
      <dgm:prSet/>
      <dgm:spPr/>
      <dgm:t>
        <a:bodyPr/>
        <a:lstStyle/>
        <a:p>
          <a:endParaRPr lang="ru-RU"/>
        </a:p>
      </dgm:t>
    </dgm:pt>
    <dgm:pt modelId="{A86FC960-6B8B-42E8-9411-FEB49BF757E2}" type="pres">
      <dgm:prSet presAssocID="{56705594-B0EE-4C73-8F97-9BE8FE8527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AB1F29E5-C565-4007-846F-A7723B127B8D}" type="pres">
      <dgm:prSet presAssocID="{E3F91E23-00BA-4C29-8778-0DC886F5D73E}" presName="hierRoot1" presStyleCnt="0">
        <dgm:presLayoutVars>
          <dgm:hierBranch val="init"/>
        </dgm:presLayoutVars>
      </dgm:prSet>
      <dgm:spPr/>
    </dgm:pt>
    <dgm:pt modelId="{1B610C2A-1221-4219-AC50-8623062331FB}" type="pres">
      <dgm:prSet presAssocID="{E3F91E23-00BA-4C29-8778-0DC886F5D73E}" presName="rootComposite1" presStyleCnt="0"/>
      <dgm:spPr/>
    </dgm:pt>
    <dgm:pt modelId="{B0EA7259-C3AE-45A4-8BC3-7518EC3AF6DD}" type="pres">
      <dgm:prSet presAssocID="{E3F91E23-00BA-4C29-8778-0DC886F5D73E}" presName="rootText1" presStyleLbl="node0" presStyleIdx="0" presStyleCnt="1" custScaleX="33131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1F65A2-F98E-431F-BBB0-1A05E6178770}" type="pres">
      <dgm:prSet presAssocID="{E3F91E23-00BA-4C29-8778-0DC886F5D73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C20498F-BABE-41DA-AE35-A44063107745}" type="pres">
      <dgm:prSet presAssocID="{E3F91E23-00BA-4C29-8778-0DC886F5D73E}" presName="hierChild2" presStyleCnt="0"/>
      <dgm:spPr/>
    </dgm:pt>
    <dgm:pt modelId="{35737F25-24F9-4BF6-82B6-352FB7BF0998}" type="pres">
      <dgm:prSet presAssocID="{9ED8D7BA-A287-42C2-8FB9-165FAF0C9510}" presName="Name37" presStyleLbl="parChTrans1D2" presStyleIdx="0" presStyleCnt="4"/>
      <dgm:spPr/>
      <dgm:t>
        <a:bodyPr/>
        <a:lstStyle/>
        <a:p>
          <a:endParaRPr lang="ru-RU"/>
        </a:p>
      </dgm:t>
    </dgm:pt>
    <dgm:pt modelId="{3FB9E8A2-A797-4A06-A099-F657D64ED16A}" type="pres">
      <dgm:prSet presAssocID="{9A69F6C4-12D0-41A3-8CF4-6756B5304790}" presName="hierRoot2" presStyleCnt="0">
        <dgm:presLayoutVars>
          <dgm:hierBranch val="init"/>
        </dgm:presLayoutVars>
      </dgm:prSet>
      <dgm:spPr/>
    </dgm:pt>
    <dgm:pt modelId="{661AFB33-D901-4933-87EE-0F2964111E4E}" type="pres">
      <dgm:prSet presAssocID="{9A69F6C4-12D0-41A3-8CF4-6756B5304790}" presName="rootComposite" presStyleCnt="0"/>
      <dgm:spPr/>
    </dgm:pt>
    <dgm:pt modelId="{F6D094D3-967A-4E8B-944E-667A837149FC}" type="pres">
      <dgm:prSet presAssocID="{9A69F6C4-12D0-41A3-8CF4-6756B5304790}" presName="rootText" presStyleLbl="node2" presStyleIdx="0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F57BF6-7FD7-42A2-8832-907E9F6411BC}" type="pres">
      <dgm:prSet presAssocID="{9A69F6C4-12D0-41A3-8CF4-6756B5304790}" presName="rootConnector" presStyleLbl="node2" presStyleIdx="0" presStyleCnt="4"/>
      <dgm:spPr/>
      <dgm:t>
        <a:bodyPr/>
        <a:lstStyle/>
        <a:p>
          <a:endParaRPr lang="ru-RU"/>
        </a:p>
      </dgm:t>
    </dgm:pt>
    <dgm:pt modelId="{62EDBE95-5D35-4981-983F-CA6DB131E0A9}" type="pres">
      <dgm:prSet presAssocID="{9A69F6C4-12D0-41A3-8CF4-6756B5304790}" presName="hierChild4" presStyleCnt="0"/>
      <dgm:spPr/>
    </dgm:pt>
    <dgm:pt modelId="{F09BA726-844D-42F3-8F95-43395E17F702}" type="pres">
      <dgm:prSet presAssocID="{9A69F6C4-12D0-41A3-8CF4-6756B5304790}" presName="hierChild5" presStyleCnt="0"/>
      <dgm:spPr/>
    </dgm:pt>
    <dgm:pt modelId="{70A1ADE7-3608-43B6-87D3-6442D34DF195}" type="pres">
      <dgm:prSet presAssocID="{2A393D93-F36F-4606-8748-2C8B4D434097}" presName="Name37" presStyleLbl="parChTrans1D2" presStyleIdx="1" presStyleCnt="4"/>
      <dgm:spPr/>
      <dgm:t>
        <a:bodyPr/>
        <a:lstStyle/>
        <a:p>
          <a:endParaRPr lang="ru-RU"/>
        </a:p>
      </dgm:t>
    </dgm:pt>
    <dgm:pt modelId="{419CC850-D66A-460F-B6E2-D003E8A37101}" type="pres">
      <dgm:prSet presAssocID="{C1365CC2-C694-4313-9D96-F6CC6F45D303}" presName="hierRoot2" presStyleCnt="0">
        <dgm:presLayoutVars>
          <dgm:hierBranch val="init"/>
        </dgm:presLayoutVars>
      </dgm:prSet>
      <dgm:spPr/>
    </dgm:pt>
    <dgm:pt modelId="{9AAC2420-B733-45FB-9DC7-5454BC9B0B1F}" type="pres">
      <dgm:prSet presAssocID="{C1365CC2-C694-4313-9D96-F6CC6F45D303}" presName="rootComposite" presStyleCnt="0"/>
      <dgm:spPr/>
    </dgm:pt>
    <dgm:pt modelId="{95373001-42C1-4D56-AF36-C6B2FC66AF76}" type="pres">
      <dgm:prSet presAssocID="{C1365CC2-C694-4313-9D96-F6CC6F45D303}" presName="rootText" presStyleLbl="node2" presStyleIdx="1" presStyleCnt="4" custScaleX="114805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62741CD-7D33-4051-8D4F-FA70046ED263}" type="pres">
      <dgm:prSet presAssocID="{C1365CC2-C694-4313-9D96-F6CC6F45D303}" presName="rootConnector" presStyleLbl="node2" presStyleIdx="1" presStyleCnt="4"/>
      <dgm:spPr/>
      <dgm:t>
        <a:bodyPr/>
        <a:lstStyle/>
        <a:p>
          <a:endParaRPr lang="ru-RU"/>
        </a:p>
      </dgm:t>
    </dgm:pt>
    <dgm:pt modelId="{3BA9EE08-130D-4D79-9AEF-FA57A199F9B5}" type="pres">
      <dgm:prSet presAssocID="{C1365CC2-C694-4313-9D96-F6CC6F45D303}" presName="hierChild4" presStyleCnt="0"/>
      <dgm:spPr/>
    </dgm:pt>
    <dgm:pt modelId="{E0BC060E-3522-4B30-B52C-14D0A8A89261}" type="pres">
      <dgm:prSet presAssocID="{C1365CC2-C694-4313-9D96-F6CC6F45D303}" presName="hierChild5" presStyleCnt="0"/>
      <dgm:spPr/>
    </dgm:pt>
    <dgm:pt modelId="{42962F1D-8C62-4D94-8F78-6EC50837CF50}" type="pres">
      <dgm:prSet presAssocID="{9F81356F-DF1B-4BA2-AF93-0DE6F75AD1AF}" presName="Name37" presStyleLbl="parChTrans1D2" presStyleIdx="2" presStyleCnt="4"/>
      <dgm:spPr/>
      <dgm:t>
        <a:bodyPr/>
        <a:lstStyle/>
        <a:p>
          <a:endParaRPr lang="ru-RU"/>
        </a:p>
      </dgm:t>
    </dgm:pt>
    <dgm:pt modelId="{27E6611D-3EA8-49BC-B34F-896AA71B27FD}" type="pres">
      <dgm:prSet presAssocID="{7D99B0C0-598D-40FB-9F25-CD7048EC78CD}" presName="hierRoot2" presStyleCnt="0">
        <dgm:presLayoutVars>
          <dgm:hierBranch val="init"/>
        </dgm:presLayoutVars>
      </dgm:prSet>
      <dgm:spPr/>
    </dgm:pt>
    <dgm:pt modelId="{CF567E42-E187-442B-B681-CD0BBCB099A1}" type="pres">
      <dgm:prSet presAssocID="{7D99B0C0-598D-40FB-9F25-CD7048EC78CD}" presName="rootComposite" presStyleCnt="0"/>
      <dgm:spPr/>
    </dgm:pt>
    <dgm:pt modelId="{8C3B4334-6CCB-4040-A442-1A31F1DDDC74}" type="pres">
      <dgm:prSet presAssocID="{7D99B0C0-598D-40FB-9F25-CD7048EC78CD}" presName="rootText" presStyleLbl="node2" presStyleIdx="2" presStyleCnt="4" custScaleX="110628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BFD6012-60C5-484E-B6EA-32AA9326F6A1}" type="pres">
      <dgm:prSet presAssocID="{7D99B0C0-598D-40FB-9F25-CD7048EC78CD}" presName="rootConnector" presStyleLbl="node2" presStyleIdx="2" presStyleCnt="4"/>
      <dgm:spPr/>
      <dgm:t>
        <a:bodyPr/>
        <a:lstStyle/>
        <a:p>
          <a:endParaRPr lang="ru-RU"/>
        </a:p>
      </dgm:t>
    </dgm:pt>
    <dgm:pt modelId="{257500E6-4E7F-4DE7-B164-6A9C9C2882F4}" type="pres">
      <dgm:prSet presAssocID="{7D99B0C0-598D-40FB-9F25-CD7048EC78CD}" presName="hierChild4" presStyleCnt="0"/>
      <dgm:spPr/>
    </dgm:pt>
    <dgm:pt modelId="{31C01382-E123-4D73-88F5-74ECA2E6B880}" type="pres">
      <dgm:prSet presAssocID="{7D99B0C0-598D-40FB-9F25-CD7048EC78CD}" presName="hierChild5" presStyleCnt="0"/>
      <dgm:spPr/>
    </dgm:pt>
    <dgm:pt modelId="{D317C5D8-8BFD-4CED-BBD1-7DE918402E87}" type="pres">
      <dgm:prSet presAssocID="{2F1212AE-C109-480B-90C6-F7700CE857CA}" presName="Name37" presStyleLbl="parChTrans1D2" presStyleIdx="3" presStyleCnt="4"/>
      <dgm:spPr/>
      <dgm:t>
        <a:bodyPr/>
        <a:lstStyle/>
        <a:p>
          <a:endParaRPr lang="ru-RU"/>
        </a:p>
      </dgm:t>
    </dgm:pt>
    <dgm:pt modelId="{AF2F0009-57A9-4331-9C79-22F652D951BF}" type="pres">
      <dgm:prSet presAssocID="{D97F56AB-4782-49F6-996D-FF18BD676FF1}" presName="hierRoot2" presStyleCnt="0">
        <dgm:presLayoutVars>
          <dgm:hierBranch val="init"/>
        </dgm:presLayoutVars>
      </dgm:prSet>
      <dgm:spPr/>
    </dgm:pt>
    <dgm:pt modelId="{FDEF3438-0CD8-4E78-9EB9-873F8E45BACA}" type="pres">
      <dgm:prSet presAssocID="{D97F56AB-4782-49F6-996D-FF18BD676FF1}" presName="rootComposite" presStyleCnt="0"/>
      <dgm:spPr/>
    </dgm:pt>
    <dgm:pt modelId="{69C8F3F1-CDC2-41CC-8A4E-7F414BFBEBD8}" type="pres">
      <dgm:prSet presAssocID="{D97F56AB-4782-49F6-996D-FF18BD676FF1}" presName="rootText" presStyleLbl="node2" presStyleIdx="3" presStyleCnt="4" custScaleX="114883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AA83BA-DECA-4068-821E-F5DC3AFD2CF0}" type="pres">
      <dgm:prSet presAssocID="{D97F56AB-4782-49F6-996D-FF18BD676FF1}" presName="rootConnector" presStyleLbl="node2" presStyleIdx="3" presStyleCnt="4"/>
      <dgm:spPr/>
      <dgm:t>
        <a:bodyPr/>
        <a:lstStyle/>
        <a:p>
          <a:endParaRPr lang="ru-RU"/>
        </a:p>
      </dgm:t>
    </dgm:pt>
    <dgm:pt modelId="{C5040D80-4A50-4A8E-8BBD-56FEE712D775}" type="pres">
      <dgm:prSet presAssocID="{D97F56AB-4782-49F6-996D-FF18BD676FF1}" presName="hierChild4" presStyleCnt="0"/>
      <dgm:spPr/>
    </dgm:pt>
    <dgm:pt modelId="{1AB7D779-507D-4F9A-9FE6-FE0DC7AFEC00}" type="pres">
      <dgm:prSet presAssocID="{D97F56AB-4782-49F6-996D-FF18BD676FF1}" presName="hierChild5" presStyleCnt="0"/>
      <dgm:spPr/>
    </dgm:pt>
    <dgm:pt modelId="{C34FE9B0-C41F-4D4D-9414-D4FAB6F0F70F}" type="pres">
      <dgm:prSet presAssocID="{E3F91E23-00BA-4C29-8778-0DC886F5D73E}" presName="hierChild3" presStyleCnt="0"/>
      <dgm:spPr/>
    </dgm:pt>
  </dgm:ptLst>
  <dgm:cxnLst>
    <dgm:cxn modelId="{10A24637-DEAF-4EF3-8EAC-9A8675623A5A}" type="presOf" srcId="{56705594-B0EE-4C73-8F97-9BE8FE85275B}" destId="{A86FC960-6B8B-42E8-9411-FEB49BF757E2}" srcOrd="0" destOrd="0" presId="urn:microsoft.com/office/officeart/2005/8/layout/orgChart1"/>
    <dgm:cxn modelId="{B6A59CD3-EAE6-4847-A9F9-5033ED5E1FBA}" type="presOf" srcId="{C1365CC2-C694-4313-9D96-F6CC6F45D303}" destId="{95373001-42C1-4D56-AF36-C6B2FC66AF76}" srcOrd="0" destOrd="0" presId="urn:microsoft.com/office/officeart/2005/8/layout/orgChart1"/>
    <dgm:cxn modelId="{FD36E687-48B7-4EAB-A8AE-EECBE839E18F}" type="presOf" srcId="{C1365CC2-C694-4313-9D96-F6CC6F45D303}" destId="{362741CD-7D33-4051-8D4F-FA70046ED263}" srcOrd="1" destOrd="0" presId="urn:microsoft.com/office/officeart/2005/8/layout/orgChart1"/>
    <dgm:cxn modelId="{0D89EDA5-BE9B-4678-8E34-0BACAC3DA0D2}" type="presOf" srcId="{9ED8D7BA-A287-42C2-8FB9-165FAF0C9510}" destId="{35737F25-24F9-4BF6-82B6-352FB7BF0998}" srcOrd="0" destOrd="0" presId="urn:microsoft.com/office/officeart/2005/8/layout/orgChart1"/>
    <dgm:cxn modelId="{37D1D75C-D9A1-4AA2-A6B5-F40CBECF06A0}" type="presOf" srcId="{2A393D93-F36F-4606-8748-2C8B4D434097}" destId="{70A1ADE7-3608-43B6-87D3-6442D34DF195}" srcOrd="0" destOrd="0" presId="urn:microsoft.com/office/officeart/2005/8/layout/orgChart1"/>
    <dgm:cxn modelId="{FF27834D-2EC8-4C83-94C9-04E6B1CBCA93}" srcId="{E3F91E23-00BA-4C29-8778-0DC886F5D73E}" destId="{C1365CC2-C694-4313-9D96-F6CC6F45D303}" srcOrd="1" destOrd="0" parTransId="{2A393D93-F36F-4606-8748-2C8B4D434097}" sibTransId="{CBF967D7-20F5-4B1B-9B0B-A199429D0760}"/>
    <dgm:cxn modelId="{22A4DB4C-D177-4F4F-BEEF-E47397E2D514}" type="presOf" srcId="{E3F91E23-00BA-4C29-8778-0DC886F5D73E}" destId="{8F1F65A2-F98E-431F-BBB0-1A05E6178770}" srcOrd="1" destOrd="0" presId="urn:microsoft.com/office/officeart/2005/8/layout/orgChart1"/>
    <dgm:cxn modelId="{2F865A87-EC3D-4774-8EC2-DCBAA0633C3C}" srcId="{56705594-B0EE-4C73-8F97-9BE8FE85275B}" destId="{E3F91E23-00BA-4C29-8778-0DC886F5D73E}" srcOrd="0" destOrd="0" parTransId="{D671F009-99F0-4A34-B999-ABA0089877CF}" sibTransId="{BFB21BE0-719D-487F-AEA9-B80346C862F1}"/>
    <dgm:cxn modelId="{3191EDCA-3FC9-4BBC-902E-8086745E5263}" type="presOf" srcId="{D97F56AB-4782-49F6-996D-FF18BD676FF1}" destId="{69C8F3F1-CDC2-41CC-8A4E-7F414BFBEBD8}" srcOrd="0" destOrd="0" presId="urn:microsoft.com/office/officeart/2005/8/layout/orgChart1"/>
    <dgm:cxn modelId="{66F0661B-815F-41EC-8C4D-03CDEB3BB966}" type="presOf" srcId="{7D99B0C0-598D-40FB-9F25-CD7048EC78CD}" destId="{ABFD6012-60C5-484E-B6EA-32AA9326F6A1}" srcOrd="1" destOrd="0" presId="urn:microsoft.com/office/officeart/2005/8/layout/orgChart1"/>
    <dgm:cxn modelId="{6CF1385C-E288-4F27-98CF-C1AD3A35FED5}" type="presOf" srcId="{9A69F6C4-12D0-41A3-8CF4-6756B5304790}" destId="{F6D094D3-967A-4E8B-944E-667A837149FC}" srcOrd="0" destOrd="0" presId="urn:microsoft.com/office/officeart/2005/8/layout/orgChart1"/>
    <dgm:cxn modelId="{563DA306-FF91-4AF1-888E-4BFEE05514B9}" type="presOf" srcId="{D97F56AB-4782-49F6-996D-FF18BD676FF1}" destId="{5CAA83BA-DECA-4068-821E-F5DC3AFD2CF0}" srcOrd="1" destOrd="0" presId="urn:microsoft.com/office/officeart/2005/8/layout/orgChart1"/>
    <dgm:cxn modelId="{1A9A63D2-5DC8-4F92-BF7A-051FA68F2DF4}" srcId="{E3F91E23-00BA-4C29-8778-0DC886F5D73E}" destId="{9A69F6C4-12D0-41A3-8CF4-6756B5304790}" srcOrd="0" destOrd="0" parTransId="{9ED8D7BA-A287-42C2-8FB9-165FAF0C9510}" sibTransId="{029D3DBE-366F-4B83-B6C1-8E93F93CDD10}"/>
    <dgm:cxn modelId="{12CC98A5-358A-456A-9789-2CEC65CD4F3E}" type="presOf" srcId="{E3F91E23-00BA-4C29-8778-0DC886F5D73E}" destId="{B0EA7259-C3AE-45A4-8BC3-7518EC3AF6DD}" srcOrd="0" destOrd="0" presId="urn:microsoft.com/office/officeart/2005/8/layout/orgChart1"/>
    <dgm:cxn modelId="{08F64002-1D9D-4AA5-87EB-9F4AD7A8FF01}" type="presOf" srcId="{9F81356F-DF1B-4BA2-AF93-0DE6F75AD1AF}" destId="{42962F1D-8C62-4D94-8F78-6EC50837CF50}" srcOrd="0" destOrd="0" presId="urn:microsoft.com/office/officeart/2005/8/layout/orgChart1"/>
    <dgm:cxn modelId="{CAB0BCF6-906C-4B53-BB08-A91C1BCC4773}" srcId="{E3F91E23-00BA-4C29-8778-0DC886F5D73E}" destId="{D97F56AB-4782-49F6-996D-FF18BD676FF1}" srcOrd="3" destOrd="0" parTransId="{2F1212AE-C109-480B-90C6-F7700CE857CA}" sibTransId="{50A3B012-4B2E-4375-8455-A97F91B1096C}"/>
    <dgm:cxn modelId="{352280FB-C35C-4714-988A-BB98584E9A68}" srcId="{E3F91E23-00BA-4C29-8778-0DC886F5D73E}" destId="{7D99B0C0-598D-40FB-9F25-CD7048EC78CD}" srcOrd="2" destOrd="0" parTransId="{9F81356F-DF1B-4BA2-AF93-0DE6F75AD1AF}" sibTransId="{BC2A6BA7-27CD-49BD-A96F-B115EB87344C}"/>
    <dgm:cxn modelId="{643FD259-4EE4-4D0D-BBBA-DF63A31A9292}" type="presOf" srcId="{9A69F6C4-12D0-41A3-8CF4-6756B5304790}" destId="{86F57BF6-7FD7-42A2-8832-907E9F6411BC}" srcOrd="1" destOrd="0" presId="urn:microsoft.com/office/officeart/2005/8/layout/orgChart1"/>
    <dgm:cxn modelId="{13C4E5AE-B967-4203-8AC1-5EEA94857DEF}" type="presOf" srcId="{7D99B0C0-598D-40FB-9F25-CD7048EC78CD}" destId="{8C3B4334-6CCB-4040-A442-1A31F1DDDC74}" srcOrd="0" destOrd="0" presId="urn:microsoft.com/office/officeart/2005/8/layout/orgChart1"/>
    <dgm:cxn modelId="{EC940732-EC3F-4321-8E88-E8C142F8D86A}" type="presOf" srcId="{2F1212AE-C109-480B-90C6-F7700CE857CA}" destId="{D317C5D8-8BFD-4CED-BBD1-7DE918402E87}" srcOrd="0" destOrd="0" presId="urn:microsoft.com/office/officeart/2005/8/layout/orgChart1"/>
    <dgm:cxn modelId="{D4183A8B-5208-47BE-BEAA-7B33E8E078F0}" type="presParOf" srcId="{A86FC960-6B8B-42E8-9411-FEB49BF757E2}" destId="{AB1F29E5-C565-4007-846F-A7723B127B8D}" srcOrd="0" destOrd="0" presId="urn:microsoft.com/office/officeart/2005/8/layout/orgChart1"/>
    <dgm:cxn modelId="{29D3F86E-AFA9-4482-82F1-B2EB1EE66C51}" type="presParOf" srcId="{AB1F29E5-C565-4007-846F-A7723B127B8D}" destId="{1B610C2A-1221-4219-AC50-8623062331FB}" srcOrd="0" destOrd="0" presId="urn:microsoft.com/office/officeart/2005/8/layout/orgChart1"/>
    <dgm:cxn modelId="{8167EF5A-69B0-42ED-8A91-95577F6FF87E}" type="presParOf" srcId="{1B610C2A-1221-4219-AC50-8623062331FB}" destId="{B0EA7259-C3AE-45A4-8BC3-7518EC3AF6DD}" srcOrd="0" destOrd="0" presId="urn:microsoft.com/office/officeart/2005/8/layout/orgChart1"/>
    <dgm:cxn modelId="{3A0486AF-EC62-404C-8249-CCD9C2FC03EB}" type="presParOf" srcId="{1B610C2A-1221-4219-AC50-8623062331FB}" destId="{8F1F65A2-F98E-431F-BBB0-1A05E6178770}" srcOrd="1" destOrd="0" presId="urn:microsoft.com/office/officeart/2005/8/layout/orgChart1"/>
    <dgm:cxn modelId="{5B2BF57E-5EF2-45A8-8486-97CD66F254B8}" type="presParOf" srcId="{AB1F29E5-C565-4007-846F-A7723B127B8D}" destId="{BC20498F-BABE-41DA-AE35-A44063107745}" srcOrd="1" destOrd="0" presId="urn:microsoft.com/office/officeart/2005/8/layout/orgChart1"/>
    <dgm:cxn modelId="{077BC71A-6A86-467C-B4A3-D4B7B03FD2FE}" type="presParOf" srcId="{BC20498F-BABE-41DA-AE35-A44063107745}" destId="{35737F25-24F9-4BF6-82B6-352FB7BF0998}" srcOrd="0" destOrd="0" presId="urn:microsoft.com/office/officeart/2005/8/layout/orgChart1"/>
    <dgm:cxn modelId="{841CB553-E819-42AD-B7C4-3EAB1B90A5B6}" type="presParOf" srcId="{BC20498F-BABE-41DA-AE35-A44063107745}" destId="{3FB9E8A2-A797-4A06-A099-F657D64ED16A}" srcOrd="1" destOrd="0" presId="urn:microsoft.com/office/officeart/2005/8/layout/orgChart1"/>
    <dgm:cxn modelId="{C4A4DA5A-6607-4E03-8CE4-4CB742E74640}" type="presParOf" srcId="{3FB9E8A2-A797-4A06-A099-F657D64ED16A}" destId="{661AFB33-D901-4933-87EE-0F2964111E4E}" srcOrd="0" destOrd="0" presId="urn:microsoft.com/office/officeart/2005/8/layout/orgChart1"/>
    <dgm:cxn modelId="{9493342B-A9F7-4149-B83D-3E256F0C8D76}" type="presParOf" srcId="{661AFB33-D901-4933-87EE-0F2964111E4E}" destId="{F6D094D3-967A-4E8B-944E-667A837149FC}" srcOrd="0" destOrd="0" presId="urn:microsoft.com/office/officeart/2005/8/layout/orgChart1"/>
    <dgm:cxn modelId="{3FA0900D-F9BC-4A85-A466-6012D1DB956F}" type="presParOf" srcId="{661AFB33-D901-4933-87EE-0F2964111E4E}" destId="{86F57BF6-7FD7-42A2-8832-907E9F6411BC}" srcOrd="1" destOrd="0" presId="urn:microsoft.com/office/officeart/2005/8/layout/orgChart1"/>
    <dgm:cxn modelId="{B141A8F9-1C1A-4CCA-8102-B61C013E7BE9}" type="presParOf" srcId="{3FB9E8A2-A797-4A06-A099-F657D64ED16A}" destId="{62EDBE95-5D35-4981-983F-CA6DB131E0A9}" srcOrd="1" destOrd="0" presId="urn:microsoft.com/office/officeart/2005/8/layout/orgChart1"/>
    <dgm:cxn modelId="{00CC0B67-4537-4E12-9304-13AADD63A3ED}" type="presParOf" srcId="{3FB9E8A2-A797-4A06-A099-F657D64ED16A}" destId="{F09BA726-844D-42F3-8F95-43395E17F702}" srcOrd="2" destOrd="0" presId="urn:microsoft.com/office/officeart/2005/8/layout/orgChart1"/>
    <dgm:cxn modelId="{D03C305E-4AFC-4D07-86F4-8622E964DCF5}" type="presParOf" srcId="{BC20498F-BABE-41DA-AE35-A44063107745}" destId="{70A1ADE7-3608-43B6-87D3-6442D34DF195}" srcOrd="2" destOrd="0" presId="urn:microsoft.com/office/officeart/2005/8/layout/orgChart1"/>
    <dgm:cxn modelId="{CC7B827B-A205-4DDF-8F8A-F7B300683C77}" type="presParOf" srcId="{BC20498F-BABE-41DA-AE35-A44063107745}" destId="{419CC850-D66A-460F-B6E2-D003E8A37101}" srcOrd="3" destOrd="0" presId="urn:microsoft.com/office/officeart/2005/8/layout/orgChart1"/>
    <dgm:cxn modelId="{5DDB78CE-3527-4286-B779-8AA2727CFAB2}" type="presParOf" srcId="{419CC850-D66A-460F-B6E2-D003E8A37101}" destId="{9AAC2420-B733-45FB-9DC7-5454BC9B0B1F}" srcOrd="0" destOrd="0" presId="urn:microsoft.com/office/officeart/2005/8/layout/orgChart1"/>
    <dgm:cxn modelId="{F00B19E6-6E3C-47EF-92F1-FC1BE3D61EDE}" type="presParOf" srcId="{9AAC2420-B733-45FB-9DC7-5454BC9B0B1F}" destId="{95373001-42C1-4D56-AF36-C6B2FC66AF76}" srcOrd="0" destOrd="0" presId="urn:microsoft.com/office/officeart/2005/8/layout/orgChart1"/>
    <dgm:cxn modelId="{75E3184B-1185-47EF-A7D0-DA91ADC76158}" type="presParOf" srcId="{9AAC2420-B733-45FB-9DC7-5454BC9B0B1F}" destId="{362741CD-7D33-4051-8D4F-FA70046ED263}" srcOrd="1" destOrd="0" presId="urn:microsoft.com/office/officeart/2005/8/layout/orgChart1"/>
    <dgm:cxn modelId="{DEE3B334-2DA7-4186-8B34-85FB2D039859}" type="presParOf" srcId="{419CC850-D66A-460F-B6E2-D003E8A37101}" destId="{3BA9EE08-130D-4D79-9AEF-FA57A199F9B5}" srcOrd="1" destOrd="0" presId="urn:microsoft.com/office/officeart/2005/8/layout/orgChart1"/>
    <dgm:cxn modelId="{B3D33C0F-8AAB-4BB3-94FC-3E6EB0CFD8B9}" type="presParOf" srcId="{419CC850-D66A-460F-B6E2-D003E8A37101}" destId="{E0BC060E-3522-4B30-B52C-14D0A8A89261}" srcOrd="2" destOrd="0" presId="urn:microsoft.com/office/officeart/2005/8/layout/orgChart1"/>
    <dgm:cxn modelId="{4C8576F6-E138-478D-86CD-E30D7CAA3E65}" type="presParOf" srcId="{BC20498F-BABE-41DA-AE35-A44063107745}" destId="{42962F1D-8C62-4D94-8F78-6EC50837CF50}" srcOrd="4" destOrd="0" presId="urn:microsoft.com/office/officeart/2005/8/layout/orgChart1"/>
    <dgm:cxn modelId="{0B17959A-8750-49BA-832D-360758EBE68D}" type="presParOf" srcId="{BC20498F-BABE-41DA-AE35-A44063107745}" destId="{27E6611D-3EA8-49BC-B34F-896AA71B27FD}" srcOrd="5" destOrd="0" presId="urn:microsoft.com/office/officeart/2005/8/layout/orgChart1"/>
    <dgm:cxn modelId="{B01C5134-C5E8-4F90-8592-3BA504707279}" type="presParOf" srcId="{27E6611D-3EA8-49BC-B34F-896AA71B27FD}" destId="{CF567E42-E187-442B-B681-CD0BBCB099A1}" srcOrd="0" destOrd="0" presId="urn:microsoft.com/office/officeart/2005/8/layout/orgChart1"/>
    <dgm:cxn modelId="{86FD29C5-75AA-41D4-A4E7-E6A98B67E2EB}" type="presParOf" srcId="{CF567E42-E187-442B-B681-CD0BBCB099A1}" destId="{8C3B4334-6CCB-4040-A442-1A31F1DDDC74}" srcOrd="0" destOrd="0" presId="urn:microsoft.com/office/officeart/2005/8/layout/orgChart1"/>
    <dgm:cxn modelId="{5074076D-2226-4122-A752-FE70C45BA988}" type="presParOf" srcId="{CF567E42-E187-442B-B681-CD0BBCB099A1}" destId="{ABFD6012-60C5-484E-B6EA-32AA9326F6A1}" srcOrd="1" destOrd="0" presId="urn:microsoft.com/office/officeart/2005/8/layout/orgChart1"/>
    <dgm:cxn modelId="{D1774788-9593-43A4-92E6-528F69504F86}" type="presParOf" srcId="{27E6611D-3EA8-49BC-B34F-896AA71B27FD}" destId="{257500E6-4E7F-4DE7-B164-6A9C9C2882F4}" srcOrd="1" destOrd="0" presId="urn:microsoft.com/office/officeart/2005/8/layout/orgChart1"/>
    <dgm:cxn modelId="{FB77BB1E-4626-4A63-B1C3-8D40F37AC039}" type="presParOf" srcId="{27E6611D-3EA8-49BC-B34F-896AA71B27FD}" destId="{31C01382-E123-4D73-88F5-74ECA2E6B880}" srcOrd="2" destOrd="0" presId="urn:microsoft.com/office/officeart/2005/8/layout/orgChart1"/>
    <dgm:cxn modelId="{0642A270-42FF-4E17-B8EC-189F438B29AE}" type="presParOf" srcId="{BC20498F-BABE-41DA-AE35-A44063107745}" destId="{D317C5D8-8BFD-4CED-BBD1-7DE918402E87}" srcOrd="6" destOrd="0" presId="urn:microsoft.com/office/officeart/2005/8/layout/orgChart1"/>
    <dgm:cxn modelId="{E5D615ED-36E9-40A0-98EB-C6ADCC87C38C}" type="presParOf" srcId="{BC20498F-BABE-41DA-AE35-A44063107745}" destId="{AF2F0009-57A9-4331-9C79-22F652D951BF}" srcOrd="7" destOrd="0" presId="urn:microsoft.com/office/officeart/2005/8/layout/orgChart1"/>
    <dgm:cxn modelId="{938FECA8-EF40-404F-B2D7-4DFC9ACEDD6E}" type="presParOf" srcId="{AF2F0009-57A9-4331-9C79-22F652D951BF}" destId="{FDEF3438-0CD8-4E78-9EB9-873F8E45BACA}" srcOrd="0" destOrd="0" presId="urn:microsoft.com/office/officeart/2005/8/layout/orgChart1"/>
    <dgm:cxn modelId="{805AE0E9-2E88-453D-92AC-9A0FEBCB01E6}" type="presParOf" srcId="{FDEF3438-0CD8-4E78-9EB9-873F8E45BACA}" destId="{69C8F3F1-CDC2-41CC-8A4E-7F414BFBEBD8}" srcOrd="0" destOrd="0" presId="urn:microsoft.com/office/officeart/2005/8/layout/orgChart1"/>
    <dgm:cxn modelId="{7899AB23-41BC-4FF7-A49A-7181C55FD835}" type="presParOf" srcId="{FDEF3438-0CD8-4E78-9EB9-873F8E45BACA}" destId="{5CAA83BA-DECA-4068-821E-F5DC3AFD2CF0}" srcOrd="1" destOrd="0" presId="urn:microsoft.com/office/officeart/2005/8/layout/orgChart1"/>
    <dgm:cxn modelId="{58F463B6-4E19-4D2B-AAC9-0B4EC7FE7BF5}" type="presParOf" srcId="{AF2F0009-57A9-4331-9C79-22F652D951BF}" destId="{C5040D80-4A50-4A8E-8BBD-56FEE712D775}" srcOrd="1" destOrd="0" presId="urn:microsoft.com/office/officeart/2005/8/layout/orgChart1"/>
    <dgm:cxn modelId="{00ECA12D-BBAA-4D35-B837-DEE2F00F4F89}" type="presParOf" srcId="{AF2F0009-57A9-4331-9C79-22F652D951BF}" destId="{1AB7D779-507D-4F9A-9FE6-FE0DC7AFEC00}" srcOrd="2" destOrd="0" presId="urn:microsoft.com/office/officeart/2005/8/layout/orgChart1"/>
    <dgm:cxn modelId="{5FB2AE97-F6E9-460A-9DCB-92A4CAD12ED4}" type="presParOf" srcId="{AB1F29E5-C565-4007-846F-A7723B127B8D}" destId="{C34FE9B0-C41F-4D4D-9414-D4FAB6F0F7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6705594-B0EE-4C73-8F97-9BE8FE8527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F91E23-00BA-4C29-8778-0DC886F5D73E}">
      <dgm:prSet phldrT="[Текст]" custT="1"/>
      <dgm:spPr/>
      <dgm:t>
        <a:bodyPr/>
        <a:lstStyle/>
        <a:p>
          <a:r>
            <a:rPr lang="ru-RU" sz="2400" dirty="0" smtClean="0"/>
            <a:t>Группы  основных ограничений </a:t>
          </a:r>
          <a:endParaRPr lang="ru-RU" sz="2400" dirty="0"/>
        </a:p>
      </dgm:t>
    </dgm:pt>
    <dgm:pt modelId="{D671F009-99F0-4A34-B999-ABA0089877CF}" type="parTrans" cxnId="{2F865A87-EC3D-4774-8EC2-DCBAA0633C3C}">
      <dgm:prSet/>
      <dgm:spPr/>
      <dgm:t>
        <a:bodyPr/>
        <a:lstStyle/>
        <a:p>
          <a:endParaRPr lang="ru-RU"/>
        </a:p>
      </dgm:t>
    </dgm:pt>
    <dgm:pt modelId="{BFB21BE0-719D-487F-AEA9-B80346C862F1}" type="sibTrans" cxnId="{2F865A87-EC3D-4774-8EC2-DCBAA0633C3C}">
      <dgm:prSet/>
      <dgm:spPr/>
      <dgm:t>
        <a:bodyPr/>
        <a:lstStyle/>
        <a:p>
          <a:endParaRPr lang="ru-RU"/>
        </a:p>
      </dgm:t>
    </dgm:pt>
    <dgm:pt modelId="{9A69F6C4-12D0-41A3-8CF4-6756B5304790}">
      <dgm:prSet phldrT="[Текст]"/>
      <dgm:spPr/>
      <dgm:t>
        <a:bodyPr/>
        <a:lstStyle/>
        <a:p>
          <a:r>
            <a:rPr lang="ru-RU" dirty="0" smtClean="0"/>
            <a:t>Состояние здоровья</a:t>
          </a:r>
          <a:endParaRPr lang="ru-RU" dirty="0"/>
        </a:p>
      </dgm:t>
    </dgm:pt>
    <dgm:pt modelId="{9ED8D7BA-A287-42C2-8FB9-165FAF0C9510}" type="parTrans" cxnId="{1A9A63D2-5DC8-4F92-BF7A-051FA68F2DF4}">
      <dgm:prSet/>
      <dgm:spPr/>
      <dgm:t>
        <a:bodyPr/>
        <a:lstStyle/>
        <a:p>
          <a:endParaRPr lang="ru-RU"/>
        </a:p>
      </dgm:t>
    </dgm:pt>
    <dgm:pt modelId="{029D3DBE-366F-4B83-B6C1-8E93F93CDD10}" type="sibTrans" cxnId="{1A9A63D2-5DC8-4F92-BF7A-051FA68F2DF4}">
      <dgm:prSet/>
      <dgm:spPr/>
      <dgm:t>
        <a:bodyPr/>
        <a:lstStyle/>
        <a:p>
          <a:endParaRPr lang="ru-RU"/>
        </a:p>
      </dgm:t>
    </dgm:pt>
    <dgm:pt modelId="{C1365CC2-C694-4313-9D96-F6CC6F45D303}">
      <dgm:prSet phldrT="[Текст]"/>
      <dgm:spPr/>
      <dgm:t>
        <a:bodyPr/>
        <a:lstStyle/>
        <a:p>
          <a:r>
            <a:rPr lang="ru-RU" dirty="0" smtClean="0"/>
            <a:t>Гражданство</a:t>
          </a:r>
          <a:endParaRPr lang="ru-RU" dirty="0"/>
        </a:p>
      </dgm:t>
    </dgm:pt>
    <dgm:pt modelId="{2A393D93-F36F-4606-8748-2C8B4D434097}" type="parTrans" cxnId="{FF27834D-2EC8-4C83-94C9-04E6B1CBCA93}">
      <dgm:prSet/>
      <dgm:spPr/>
      <dgm:t>
        <a:bodyPr/>
        <a:lstStyle/>
        <a:p>
          <a:endParaRPr lang="ru-RU"/>
        </a:p>
      </dgm:t>
    </dgm:pt>
    <dgm:pt modelId="{CBF967D7-20F5-4B1B-9B0B-A199429D0760}" type="sibTrans" cxnId="{FF27834D-2EC8-4C83-94C9-04E6B1CBCA93}">
      <dgm:prSet/>
      <dgm:spPr/>
      <dgm:t>
        <a:bodyPr/>
        <a:lstStyle/>
        <a:p>
          <a:endParaRPr lang="ru-RU"/>
        </a:p>
      </dgm:t>
    </dgm:pt>
    <dgm:pt modelId="{D97F56AB-4782-49F6-996D-FF18BD676FF1}">
      <dgm:prSet phldrT="[Текст]"/>
      <dgm:spPr/>
      <dgm:t>
        <a:bodyPr/>
        <a:lstStyle/>
        <a:p>
          <a:r>
            <a:rPr lang="ru-RU" dirty="0" smtClean="0"/>
            <a:t>Поведение</a:t>
          </a:r>
          <a:endParaRPr lang="ru-RU" dirty="0"/>
        </a:p>
      </dgm:t>
    </dgm:pt>
    <dgm:pt modelId="{2F1212AE-C109-480B-90C6-F7700CE857CA}" type="parTrans" cxnId="{CAB0BCF6-906C-4B53-BB08-A91C1BCC4773}">
      <dgm:prSet/>
      <dgm:spPr/>
      <dgm:t>
        <a:bodyPr/>
        <a:lstStyle/>
        <a:p>
          <a:endParaRPr lang="ru-RU"/>
        </a:p>
      </dgm:t>
    </dgm:pt>
    <dgm:pt modelId="{50A3B012-4B2E-4375-8455-A97F91B1096C}" type="sibTrans" cxnId="{CAB0BCF6-906C-4B53-BB08-A91C1BCC4773}">
      <dgm:prSet/>
      <dgm:spPr/>
      <dgm:t>
        <a:bodyPr/>
        <a:lstStyle/>
        <a:p>
          <a:endParaRPr lang="ru-RU"/>
        </a:p>
      </dgm:t>
    </dgm:pt>
    <dgm:pt modelId="{7D99B0C0-598D-40FB-9F25-CD7048EC78CD}">
      <dgm:prSet/>
      <dgm:spPr/>
      <dgm:t>
        <a:bodyPr/>
        <a:lstStyle/>
        <a:p>
          <a:r>
            <a:rPr lang="ru-RU" dirty="0" smtClean="0"/>
            <a:t>Семейные обстоятельства</a:t>
          </a:r>
          <a:endParaRPr lang="ru-RU" dirty="0"/>
        </a:p>
      </dgm:t>
    </dgm:pt>
    <dgm:pt modelId="{9F81356F-DF1B-4BA2-AF93-0DE6F75AD1AF}" type="parTrans" cxnId="{352280FB-C35C-4714-988A-BB98584E9A68}">
      <dgm:prSet/>
      <dgm:spPr/>
      <dgm:t>
        <a:bodyPr/>
        <a:lstStyle/>
        <a:p>
          <a:endParaRPr lang="ru-RU"/>
        </a:p>
      </dgm:t>
    </dgm:pt>
    <dgm:pt modelId="{BC2A6BA7-27CD-49BD-A96F-B115EB87344C}" type="sibTrans" cxnId="{352280FB-C35C-4714-988A-BB98584E9A68}">
      <dgm:prSet/>
      <dgm:spPr/>
      <dgm:t>
        <a:bodyPr/>
        <a:lstStyle/>
        <a:p>
          <a:endParaRPr lang="ru-RU"/>
        </a:p>
      </dgm:t>
    </dgm:pt>
    <dgm:pt modelId="{A86FC960-6B8B-42E8-9411-FEB49BF757E2}" type="pres">
      <dgm:prSet presAssocID="{56705594-B0EE-4C73-8F97-9BE8FE8527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AB1F29E5-C565-4007-846F-A7723B127B8D}" type="pres">
      <dgm:prSet presAssocID="{E3F91E23-00BA-4C29-8778-0DC886F5D73E}" presName="hierRoot1" presStyleCnt="0">
        <dgm:presLayoutVars>
          <dgm:hierBranch val="init"/>
        </dgm:presLayoutVars>
      </dgm:prSet>
      <dgm:spPr/>
    </dgm:pt>
    <dgm:pt modelId="{1B610C2A-1221-4219-AC50-8623062331FB}" type="pres">
      <dgm:prSet presAssocID="{E3F91E23-00BA-4C29-8778-0DC886F5D73E}" presName="rootComposite1" presStyleCnt="0"/>
      <dgm:spPr/>
    </dgm:pt>
    <dgm:pt modelId="{B0EA7259-C3AE-45A4-8BC3-7518EC3AF6DD}" type="pres">
      <dgm:prSet presAssocID="{E3F91E23-00BA-4C29-8778-0DC886F5D73E}" presName="rootText1" presStyleLbl="node0" presStyleIdx="0" presStyleCnt="1" custScaleX="33131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1F65A2-F98E-431F-BBB0-1A05E6178770}" type="pres">
      <dgm:prSet presAssocID="{E3F91E23-00BA-4C29-8778-0DC886F5D73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C20498F-BABE-41DA-AE35-A44063107745}" type="pres">
      <dgm:prSet presAssocID="{E3F91E23-00BA-4C29-8778-0DC886F5D73E}" presName="hierChild2" presStyleCnt="0"/>
      <dgm:spPr/>
    </dgm:pt>
    <dgm:pt modelId="{35737F25-24F9-4BF6-82B6-352FB7BF0998}" type="pres">
      <dgm:prSet presAssocID="{9ED8D7BA-A287-42C2-8FB9-165FAF0C9510}" presName="Name37" presStyleLbl="parChTrans1D2" presStyleIdx="0" presStyleCnt="4"/>
      <dgm:spPr/>
      <dgm:t>
        <a:bodyPr/>
        <a:lstStyle/>
        <a:p>
          <a:endParaRPr lang="ru-RU"/>
        </a:p>
      </dgm:t>
    </dgm:pt>
    <dgm:pt modelId="{3FB9E8A2-A797-4A06-A099-F657D64ED16A}" type="pres">
      <dgm:prSet presAssocID="{9A69F6C4-12D0-41A3-8CF4-6756B5304790}" presName="hierRoot2" presStyleCnt="0">
        <dgm:presLayoutVars>
          <dgm:hierBranch val="init"/>
        </dgm:presLayoutVars>
      </dgm:prSet>
      <dgm:spPr/>
    </dgm:pt>
    <dgm:pt modelId="{661AFB33-D901-4933-87EE-0F2964111E4E}" type="pres">
      <dgm:prSet presAssocID="{9A69F6C4-12D0-41A3-8CF4-6756B5304790}" presName="rootComposite" presStyleCnt="0"/>
      <dgm:spPr/>
    </dgm:pt>
    <dgm:pt modelId="{F6D094D3-967A-4E8B-944E-667A837149FC}" type="pres">
      <dgm:prSet presAssocID="{9A69F6C4-12D0-41A3-8CF4-6756B5304790}" presName="rootText" presStyleLbl="node2" presStyleIdx="0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F57BF6-7FD7-42A2-8832-907E9F6411BC}" type="pres">
      <dgm:prSet presAssocID="{9A69F6C4-12D0-41A3-8CF4-6756B5304790}" presName="rootConnector" presStyleLbl="node2" presStyleIdx="0" presStyleCnt="4"/>
      <dgm:spPr/>
      <dgm:t>
        <a:bodyPr/>
        <a:lstStyle/>
        <a:p>
          <a:endParaRPr lang="ru-RU"/>
        </a:p>
      </dgm:t>
    </dgm:pt>
    <dgm:pt modelId="{62EDBE95-5D35-4981-983F-CA6DB131E0A9}" type="pres">
      <dgm:prSet presAssocID="{9A69F6C4-12D0-41A3-8CF4-6756B5304790}" presName="hierChild4" presStyleCnt="0"/>
      <dgm:spPr/>
    </dgm:pt>
    <dgm:pt modelId="{F09BA726-844D-42F3-8F95-43395E17F702}" type="pres">
      <dgm:prSet presAssocID="{9A69F6C4-12D0-41A3-8CF4-6756B5304790}" presName="hierChild5" presStyleCnt="0"/>
      <dgm:spPr/>
    </dgm:pt>
    <dgm:pt modelId="{70A1ADE7-3608-43B6-87D3-6442D34DF195}" type="pres">
      <dgm:prSet presAssocID="{2A393D93-F36F-4606-8748-2C8B4D434097}" presName="Name37" presStyleLbl="parChTrans1D2" presStyleIdx="1" presStyleCnt="4"/>
      <dgm:spPr/>
      <dgm:t>
        <a:bodyPr/>
        <a:lstStyle/>
        <a:p>
          <a:endParaRPr lang="ru-RU"/>
        </a:p>
      </dgm:t>
    </dgm:pt>
    <dgm:pt modelId="{419CC850-D66A-460F-B6E2-D003E8A37101}" type="pres">
      <dgm:prSet presAssocID="{C1365CC2-C694-4313-9D96-F6CC6F45D303}" presName="hierRoot2" presStyleCnt="0">
        <dgm:presLayoutVars>
          <dgm:hierBranch val="init"/>
        </dgm:presLayoutVars>
      </dgm:prSet>
      <dgm:spPr/>
    </dgm:pt>
    <dgm:pt modelId="{9AAC2420-B733-45FB-9DC7-5454BC9B0B1F}" type="pres">
      <dgm:prSet presAssocID="{C1365CC2-C694-4313-9D96-F6CC6F45D303}" presName="rootComposite" presStyleCnt="0"/>
      <dgm:spPr/>
    </dgm:pt>
    <dgm:pt modelId="{95373001-42C1-4D56-AF36-C6B2FC66AF76}" type="pres">
      <dgm:prSet presAssocID="{C1365CC2-C694-4313-9D96-F6CC6F45D303}" presName="rootText" presStyleLbl="node2" presStyleIdx="1" presStyleCnt="4" custScaleX="114805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62741CD-7D33-4051-8D4F-FA70046ED263}" type="pres">
      <dgm:prSet presAssocID="{C1365CC2-C694-4313-9D96-F6CC6F45D303}" presName="rootConnector" presStyleLbl="node2" presStyleIdx="1" presStyleCnt="4"/>
      <dgm:spPr/>
      <dgm:t>
        <a:bodyPr/>
        <a:lstStyle/>
        <a:p>
          <a:endParaRPr lang="ru-RU"/>
        </a:p>
      </dgm:t>
    </dgm:pt>
    <dgm:pt modelId="{3BA9EE08-130D-4D79-9AEF-FA57A199F9B5}" type="pres">
      <dgm:prSet presAssocID="{C1365CC2-C694-4313-9D96-F6CC6F45D303}" presName="hierChild4" presStyleCnt="0"/>
      <dgm:spPr/>
    </dgm:pt>
    <dgm:pt modelId="{E0BC060E-3522-4B30-B52C-14D0A8A89261}" type="pres">
      <dgm:prSet presAssocID="{C1365CC2-C694-4313-9D96-F6CC6F45D303}" presName="hierChild5" presStyleCnt="0"/>
      <dgm:spPr/>
    </dgm:pt>
    <dgm:pt modelId="{42962F1D-8C62-4D94-8F78-6EC50837CF50}" type="pres">
      <dgm:prSet presAssocID="{9F81356F-DF1B-4BA2-AF93-0DE6F75AD1AF}" presName="Name37" presStyleLbl="parChTrans1D2" presStyleIdx="2" presStyleCnt="4"/>
      <dgm:spPr/>
      <dgm:t>
        <a:bodyPr/>
        <a:lstStyle/>
        <a:p>
          <a:endParaRPr lang="ru-RU"/>
        </a:p>
      </dgm:t>
    </dgm:pt>
    <dgm:pt modelId="{27E6611D-3EA8-49BC-B34F-896AA71B27FD}" type="pres">
      <dgm:prSet presAssocID="{7D99B0C0-598D-40FB-9F25-CD7048EC78CD}" presName="hierRoot2" presStyleCnt="0">
        <dgm:presLayoutVars>
          <dgm:hierBranch val="init"/>
        </dgm:presLayoutVars>
      </dgm:prSet>
      <dgm:spPr/>
    </dgm:pt>
    <dgm:pt modelId="{CF567E42-E187-442B-B681-CD0BBCB099A1}" type="pres">
      <dgm:prSet presAssocID="{7D99B0C0-598D-40FB-9F25-CD7048EC78CD}" presName="rootComposite" presStyleCnt="0"/>
      <dgm:spPr/>
    </dgm:pt>
    <dgm:pt modelId="{8C3B4334-6CCB-4040-A442-1A31F1DDDC74}" type="pres">
      <dgm:prSet presAssocID="{7D99B0C0-598D-40FB-9F25-CD7048EC78CD}" presName="rootText" presStyleLbl="node2" presStyleIdx="2" presStyleCnt="4" custScaleX="110628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BFD6012-60C5-484E-B6EA-32AA9326F6A1}" type="pres">
      <dgm:prSet presAssocID="{7D99B0C0-598D-40FB-9F25-CD7048EC78CD}" presName="rootConnector" presStyleLbl="node2" presStyleIdx="2" presStyleCnt="4"/>
      <dgm:spPr/>
      <dgm:t>
        <a:bodyPr/>
        <a:lstStyle/>
        <a:p>
          <a:endParaRPr lang="ru-RU"/>
        </a:p>
      </dgm:t>
    </dgm:pt>
    <dgm:pt modelId="{257500E6-4E7F-4DE7-B164-6A9C9C2882F4}" type="pres">
      <dgm:prSet presAssocID="{7D99B0C0-598D-40FB-9F25-CD7048EC78CD}" presName="hierChild4" presStyleCnt="0"/>
      <dgm:spPr/>
    </dgm:pt>
    <dgm:pt modelId="{31C01382-E123-4D73-88F5-74ECA2E6B880}" type="pres">
      <dgm:prSet presAssocID="{7D99B0C0-598D-40FB-9F25-CD7048EC78CD}" presName="hierChild5" presStyleCnt="0"/>
      <dgm:spPr/>
    </dgm:pt>
    <dgm:pt modelId="{D317C5D8-8BFD-4CED-BBD1-7DE918402E87}" type="pres">
      <dgm:prSet presAssocID="{2F1212AE-C109-480B-90C6-F7700CE857CA}" presName="Name37" presStyleLbl="parChTrans1D2" presStyleIdx="3" presStyleCnt="4"/>
      <dgm:spPr/>
      <dgm:t>
        <a:bodyPr/>
        <a:lstStyle/>
        <a:p>
          <a:endParaRPr lang="ru-RU"/>
        </a:p>
      </dgm:t>
    </dgm:pt>
    <dgm:pt modelId="{AF2F0009-57A9-4331-9C79-22F652D951BF}" type="pres">
      <dgm:prSet presAssocID="{D97F56AB-4782-49F6-996D-FF18BD676FF1}" presName="hierRoot2" presStyleCnt="0">
        <dgm:presLayoutVars>
          <dgm:hierBranch val="init"/>
        </dgm:presLayoutVars>
      </dgm:prSet>
      <dgm:spPr/>
    </dgm:pt>
    <dgm:pt modelId="{FDEF3438-0CD8-4E78-9EB9-873F8E45BACA}" type="pres">
      <dgm:prSet presAssocID="{D97F56AB-4782-49F6-996D-FF18BD676FF1}" presName="rootComposite" presStyleCnt="0"/>
      <dgm:spPr/>
    </dgm:pt>
    <dgm:pt modelId="{69C8F3F1-CDC2-41CC-8A4E-7F414BFBEBD8}" type="pres">
      <dgm:prSet presAssocID="{D97F56AB-4782-49F6-996D-FF18BD676FF1}" presName="rootText" presStyleLbl="node2" presStyleIdx="3" presStyleCnt="4" custScaleX="114883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AA83BA-DECA-4068-821E-F5DC3AFD2CF0}" type="pres">
      <dgm:prSet presAssocID="{D97F56AB-4782-49F6-996D-FF18BD676FF1}" presName="rootConnector" presStyleLbl="node2" presStyleIdx="3" presStyleCnt="4"/>
      <dgm:spPr/>
      <dgm:t>
        <a:bodyPr/>
        <a:lstStyle/>
        <a:p>
          <a:endParaRPr lang="ru-RU"/>
        </a:p>
      </dgm:t>
    </dgm:pt>
    <dgm:pt modelId="{C5040D80-4A50-4A8E-8BBD-56FEE712D775}" type="pres">
      <dgm:prSet presAssocID="{D97F56AB-4782-49F6-996D-FF18BD676FF1}" presName="hierChild4" presStyleCnt="0"/>
      <dgm:spPr/>
    </dgm:pt>
    <dgm:pt modelId="{1AB7D779-507D-4F9A-9FE6-FE0DC7AFEC00}" type="pres">
      <dgm:prSet presAssocID="{D97F56AB-4782-49F6-996D-FF18BD676FF1}" presName="hierChild5" presStyleCnt="0"/>
      <dgm:spPr/>
    </dgm:pt>
    <dgm:pt modelId="{C34FE9B0-C41F-4D4D-9414-D4FAB6F0F70F}" type="pres">
      <dgm:prSet presAssocID="{E3F91E23-00BA-4C29-8778-0DC886F5D73E}" presName="hierChild3" presStyleCnt="0"/>
      <dgm:spPr/>
    </dgm:pt>
  </dgm:ptLst>
  <dgm:cxnLst>
    <dgm:cxn modelId="{55B963CB-B40E-4D03-A3FC-26EFEF29CD9D}" type="presOf" srcId="{7D99B0C0-598D-40FB-9F25-CD7048EC78CD}" destId="{ABFD6012-60C5-484E-B6EA-32AA9326F6A1}" srcOrd="1" destOrd="0" presId="urn:microsoft.com/office/officeart/2005/8/layout/orgChart1"/>
    <dgm:cxn modelId="{6E907296-19F0-4A79-91E1-C0BBFE1C6701}" type="presOf" srcId="{9F81356F-DF1B-4BA2-AF93-0DE6F75AD1AF}" destId="{42962F1D-8C62-4D94-8F78-6EC50837CF50}" srcOrd="0" destOrd="0" presId="urn:microsoft.com/office/officeart/2005/8/layout/orgChart1"/>
    <dgm:cxn modelId="{D3B445A6-9297-4ED2-8E01-BA0E60A35485}" type="presOf" srcId="{C1365CC2-C694-4313-9D96-F6CC6F45D303}" destId="{95373001-42C1-4D56-AF36-C6B2FC66AF76}" srcOrd="0" destOrd="0" presId="urn:microsoft.com/office/officeart/2005/8/layout/orgChart1"/>
    <dgm:cxn modelId="{F57B7C30-11A0-4351-B7D6-BCE283F1237F}" type="presOf" srcId="{E3F91E23-00BA-4C29-8778-0DC886F5D73E}" destId="{8F1F65A2-F98E-431F-BBB0-1A05E6178770}" srcOrd="1" destOrd="0" presId="urn:microsoft.com/office/officeart/2005/8/layout/orgChart1"/>
    <dgm:cxn modelId="{AE9D89FF-CBD5-41DD-BC63-D266424CE6ED}" type="presOf" srcId="{E3F91E23-00BA-4C29-8778-0DC886F5D73E}" destId="{B0EA7259-C3AE-45A4-8BC3-7518EC3AF6DD}" srcOrd="0" destOrd="0" presId="urn:microsoft.com/office/officeart/2005/8/layout/orgChart1"/>
    <dgm:cxn modelId="{FF27834D-2EC8-4C83-94C9-04E6B1CBCA93}" srcId="{E3F91E23-00BA-4C29-8778-0DC886F5D73E}" destId="{C1365CC2-C694-4313-9D96-F6CC6F45D303}" srcOrd="1" destOrd="0" parTransId="{2A393D93-F36F-4606-8748-2C8B4D434097}" sibTransId="{CBF967D7-20F5-4B1B-9B0B-A199429D0760}"/>
    <dgm:cxn modelId="{85A86ED7-A419-46EB-878F-8EDA9B5C7D61}" type="presOf" srcId="{9A69F6C4-12D0-41A3-8CF4-6756B5304790}" destId="{86F57BF6-7FD7-42A2-8832-907E9F6411BC}" srcOrd="1" destOrd="0" presId="urn:microsoft.com/office/officeart/2005/8/layout/orgChart1"/>
    <dgm:cxn modelId="{B4C418FE-9B00-4244-B013-C8C4EF297751}" type="presOf" srcId="{9ED8D7BA-A287-42C2-8FB9-165FAF0C9510}" destId="{35737F25-24F9-4BF6-82B6-352FB7BF0998}" srcOrd="0" destOrd="0" presId="urn:microsoft.com/office/officeart/2005/8/layout/orgChart1"/>
    <dgm:cxn modelId="{2F865A87-EC3D-4774-8EC2-DCBAA0633C3C}" srcId="{56705594-B0EE-4C73-8F97-9BE8FE85275B}" destId="{E3F91E23-00BA-4C29-8778-0DC886F5D73E}" srcOrd="0" destOrd="0" parTransId="{D671F009-99F0-4A34-B999-ABA0089877CF}" sibTransId="{BFB21BE0-719D-487F-AEA9-B80346C862F1}"/>
    <dgm:cxn modelId="{AB814FF8-A02A-4E94-AA91-83A19AAFBB18}" type="presOf" srcId="{2F1212AE-C109-480B-90C6-F7700CE857CA}" destId="{D317C5D8-8BFD-4CED-BBD1-7DE918402E87}" srcOrd="0" destOrd="0" presId="urn:microsoft.com/office/officeart/2005/8/layout/orgChart1"/>
    <dgm:cxn modelId="{EBC4701D-3FE9-4921-B50B-AC7D7705C1E0}" type="presOf" srcId="{9A69F6C4-12D0-41A3-8CF4-6756B5304790}" destId="{F6D094D3-967A-4E8B-944E-667A837149FC}" srcOrd="0" destOrd="0" presId="urn:microsoft.com/office/officeart/2005/8/layout/orgChart1"/>
    <dgm:cxn modelId="{94BC7B58-3C55-4AA1-82F2-F293F60F1BF3}" type="presOf" srcId="{56705594-B0EE-4C73-8F97-9BE8FE85275B}" destId="{A86FC960-6B8B-42E8-9411-FEB49BF757E2}" srcOrd="0" destOrd="0" presId="urn:microsoft.com/office/officeart/2005/8/layout/orgChart1"/>
    <dgm:cxn modelId="{1A9A63D2-5DC8-4F92-BF7A-051FA68F2DF4}" srcId="{E3F91E23-00BA-4C29-8778-0DC886F5D73E}" destId="{9A69F6C4-12D0-41A3-8CF4-6756B5304790}" srcOrd="0" destOrd="0" parTransId="{9ED8D7BA-A287-42C2-8FB9-165FAF0C9510}" sibTransId="{029D3DBE-366F-4B83-B6C1-8E93F93CDD10}"/>
    <dgm:cxn modelId="{9E5A1AD8-527C-484A-B798-751749D95854}" type="presOf" srcId="{7D99B0C0-598D-40FB-9F25-CD7048EC78CD}" destId="{8C3B4334-6CCB-4040-A442-1A31F1DDDC74}" srcOrd="0" destOrd="0" presId="urn:microsoft.com/office/officeart/2005/8/layout/orgChart1"/>
    <dgm:cxn modelId="{CAB0BCF6-906C-4B53-BB08-A91C1BCC4773}" srcId="{E3F91E23-00BA-4C29-8778-0DC886F5D73E}" destId="{D97F56AB-4782-49F6-996D-FF18BD676FF1}" srcOrd="3" destOrd="0" parTransId="{2F1212AE-C109-480B-90C6-F7700CE857CA}" sibTransId="{50A3B012-4B2E-4375-8455-A97F91B1096C}"/>
    <dgm:cxn modelId="{352280FB-C35C-4714-988A-BB98584E9A68}" srcId="{E3F91E23-00BA-4C29-8778-0DC886F5D73E}" destId="{7D99B0C0-598D-40FB-9F25-CD7048EC78CD}" srcOrd="2" destOrd="0" parTransId="{9F81356F-DF1B-4BA2-AF93-0DE6F75AD1AF}" sibTransId="{BC2A6BA7-27CD-49BD-A96F-B115EB87344C}"/>
    <dgm:cxn modelId="{46E9173F-FDCC-4E4C-8BDD-67E4B9CD15B2}" type="presOf" srcId="{C1365CC2-C694-4313-9D96-F6CC6F45D303}" destId="{362741CD-7D33-4051-8D4F-FA70046ED263}" srcOrd="1" destOrd="0" presId="urn:microsoft.com/office/officeart/2005/8/layout/orgChart1"/>
    <dgm:cxn modelId="{776F077E-A5AC-4B3A-8F49-331F522C378A}" type="presOf" srcId="{D97F56AB-4782-49F6-996D-FF18BD676FF1}" destId="{5CAA83BA-DECA-4068-821E-F5DC3AFD2CF0}" srcOrd="1" destOrd="0" presId="urn:microsoft.com/office/officeart/2005/8/layout/orgChart1"/>
    <dgm:cxn modelId="{B2D9E8CA-5F3D-4319-BD87-00F713BB73E2}" type="presOf" srcId="{D97F56AB-4782-49F6-996D-FF18BD676FF1}" destId="{69C8F3F1-CDC2-41CC-8A4E-7F414BFBEBD8}" srcOrd="0" destOrd="0" presId="urn:microsoft.com/office/officeart/2005/8/layout/orgChart1"/>
    <dgm:cxn modelId="{160497F1-7DE0-4576-878E-5A66FB22E8CF}" type="presOf" srcId="{2A393D93-F36F-4606-8748-2C8B4D434097}" destId="{70A1ADE7-3608-43B6-87D3-6442D34DF195}" srcOrd="0" destOrd="0" presId="urn:microsoft.com/office/officeart/2005/8/layout/orgChart1"/>
    <dgm:cxn modelId="{C4A061EE-1E86-4601-B52F-1FD7BEBA738D}" type="presParOf" srcId="{A86FC960-6B8B-42E8-9411-FEB49BF757E2}" destId="{AB1F29E5-C565-4007-846F-A7723B127B8D}" srcOrd="0" destOrd="0" presId="urn:microsoft.com/office/officeart/2005/8/layout/orgChart1"/>
    <dgm:cxn modelId="{9B88A1C9-69CB-4FBA-A090-1A37F4844B26}" type="presParOf" srcId="{AB1F29E5-C565-4007-846F-A7723B127B8D}" destId="{1B610C2A-1221-4219-AC50-8623062331FB}" srcOrd="0" destOrd="0" presId="urn:microsoft.com/office/officeart/2005/8/layout/orgChart1"/>
    <dgm:cxn modelId="{26C7AAE6-E6E7-4B3D-83E7-A8AB5EAE1029}" type="presParOf" srcId="{1B610C2A-1221-4219-AC50-8623062331FB}" destId="{B0EA7259-C3AE-45A4-8BC3-7518EC3AF6DD}" srcOrd="0" destOrd="0" presId="urn:microsoft.com/office/officeart/2005/8/layout/orgChart1"/>
    <dgm:cxn modelId="{13F7A3E6-81B0-4896-AD8B-DF628968F6F4}" type="presParOf" srcId="{1B610C2A-1221-4219-AC50-8623062331FB}" destId="{8F1F65A2-F98E-431F-BBB0-1A05E6178770}" srcOrd="1" destOrd="0" presId="urn:microsoft.com/office/officeart/2005/8/layout/orgChart1"/>
    <dgm:cxn modelId="{A7960D08-7B0B-492D-A958-302F840884BC}" type="presParOf" srcId="{AB1F29E5-C565-4007-846F-A7723B127B8D}" destId="{BC20498F-BABE-41DA-AE35-A44063107745}" srcOrd="1" destOrd="0" presId="urn:microsoft.com/office/officeart/2005/8/layout/orgChart1"/>
    <dgm:cxn modelId="{57A85420-2E05-4753-996C-1CD9163C25AC}" type="presParOf" srcId="{BC20498F-BABE-41DA-AE35-A44063107745}" destId="{35737F25-24F9-4BF6-82B6-352FB7BF0998}" srcOrd="0" destOrd="0" presId="urn:microsoft.com/office/officeart/2005/8/layout/orgChart1"/>
    <dgm:cxn modelId="{2D9A9522-AB75-4AA1-847B-4950106BBB93}" type="presParOf" srcId="{BC20498F-BABE-41DA-AE35-A44063107745}" destId="{3FB9E8A2-A797-4A06-A099-F657D64ED16A}" srcOrd="1" destOrd="0" presId="urn:microsoft.com/office/officeart/2005/8/layout/orgChart1"/>
    <dgm:cxn modelId="{13DF37F9-B2D8-4C64-AE02-3984B15B822C}" type="presParOf" srcId="{3FB9E8A2-A797-4A06-A099-F657D64ED16A}" destId="{661AFB33-D901-4933-87EE-0F2964111E4E}" srcOrd="0" destOrd="0" presId="urn:microsoft.com/office/officeart/2005/8/layout/orgChart1"/>
    <dgm:cxn modelId="{A85AB31F-5B08-497A-9BF2-22A8EBD277E7}" type="presParOf" srcId="{661AFB33-D901-4933-87EE-0F2964111E4E}" destId="{F6D094D3-967A-4E8B-944E-667A837149FC}" srcOrd="0" destOrd="0" presId="urn:microsoft.com/office/officeart/2005/8/layout/orgChart1"/>
    <dgm:cxn modelId="{553DE44C-A98C-4983-8153-083465645E3C}" type="presParOf" srcId="{661AFB33-D901-4933-87EE-0F2964111E4E}" destId="{86F57BF6-7FD7-42A2-8832-907E9F6411BC}" srcOrd="1" destOrd="0" presId="urn:microsoft.com/office/officeart/2005/8/layout/orgChart1"/>
    <dgm:cxn modelId="{37D4F013-5CD7-4F2D-BCDE-33E4138C527F}" type="presParOf" srcId="{3FB9E8A2-A797-4A06-A099-F657D64ED16A}" destId="{62EDBE95-5D35-4981-983F-CA6DB131E0A9}" srcOrd="1" destOrd="0" presId="urn:microsoft.com/office/officeart/2005/8/layout/orgChart1"/>
    <dgm:cxn modelId="{42DCCAB2-58FB-4656-9F99-D27B5A1A4CA0}" type="presParOf" srcId="{3FB9E8A2-A797-4A06-A099-F657D64ED16A}" destId="{F09BA726-844D-42F3-8F95-43395E17F702}" srcOrd="2" destOrd="0" presId="urn:microsoft.com/office/officeart/2005/8/layout/orgChart1"/>
    <dgm:cxn modelId="{8D8722A4-8A1E-4145-86CE-E640FC85648D}" type="presParOf" srcId="{BC20498F-BABE-41DA-AE35-A44063107745}" destId="{70A1ADE7-3608-43B6-87D3-6442D34DF195}" srcOrd="2" destOrd="0" presId="urn:microsoft.com/office/officeart/2005/8/layout/orgChart1"/>
    <dgm:cxn modelId="{B24D7614-EFBF-4B19-94A2-FA30C0029805}" type="presParOf" srcId="{BC20498F-BABE-41DA-AE35-A44063107745}" destId="{419CC850-D66A-460F-B6E2-D003E8A37101}" srcOrd="3" destOrd="0" presId="urn:microsoft.com/office/officeart/2005/8/layout/orgChart1"/>
    <dgm:cxn modelId="{19026374-D6C0-4EFA-B547-A34D1B105E91}" type="presParOf" srcId="{419CC850-D66A-460F-B6E2-D003E8A37101}" destId="{9AAC2420-B733-45FB-9DC7-5454BC9B0B1F}" srcOrd="0" destOrd="0" presId="urn:microsoft.com/office/officeart/2005/8/layout/orgChart1"/>
    <dgm:cxn modelId="{91CEBC27-1127-493D-906C-67B16BCDE633}" type="presParOf" srcId="{9AAC2420-B733-45FB-9DC7-5454BC9B0B1F}" destId="{95373001-42C1-4D56-AF36-C6B2FC66AF76}" srcOrd="0" destOrd="0" presId="urn:microsoft.com/office/officeart/2005/8/layout/orgChart1"/>
    <dgm:cxn modelId="{811BA7CD-28E5-49A9-AA01-C7F748FCBF8B}" type="presParOf" srcId="{9AAC2420-B733-45FB-9DC7-5454BC9B0B1F}" destId="{362741CD-7D33-4051-8D4F-FA70046ED263}" srcOrd="1" destOrd="0" presId="urn:microsoft.com/office/officeart/2005/8/layout/orgChart1"/>
    <dgm:cxn modelId="{56428A1E-AB8E-4FF3-AAA8-6C14EE22DCE8}" type="presParOf" srcId="{419CC850-D66A-460F-B6E2-D003E8A37101}" destId="{3BA9EE08-130D-4D79-9AEF-FA57A199F9B5}" srcOrd="1" destOrd="0" presId="urn:microsoft.com/office/officeart/2005/8/layout/orgChart1"/>
    <dgm:cxn modelId="{5CAAD493-2920-4AB6-8A66-A9137B38AEED}" type="presParOf" srcId="{419CC850-D66A-460F-B6E2-D003E8A37101}" destId="{E0BC060E-3522-4B30-B52C-14D0A8A89261}" srcOrd="2" destOrd="0" presId="urn:microsoft.com/office/officeart/2005/8/layout/orgChart1"/>
    <dgm:cxn modelId="{77BA1A9E-EAE0-4174-BE40-87963C84A2A4}" type="presParOf" srcId="{BC20498F-BABE-41DA-AE35-A44063107745}" destId="{42962F1D-8C62-4D94-8F78-6EC50837CF50}" srcOrd="4" destOrd="0" presId="urn:microsoft.com/office/officeart/2005/8/layout/orgChart1"/>
    <dgm:cxn modelId="{A52EC36A-C4BB-4953-81B8-C282673CED93}" type="presParOf" srcId="{BC20498F-BABE-41DA-AE35-A44063107745}" destId="{27E6611D-3EA8-49BC-B34F-896AA71B27FD}" srcOrd="5" destOrd="0" presId="urn:microsoft.com/office/officeart/2005/8/layout/orgChart1"/>
    <dgm:cxn modelId="{F199184E-45DD-4069-8AD6-CD8A8E3189B2}" type="presParOf" srcId="{27E6611D-3EA8-49BC-B34F-896AA71B27FD}" destId="{CF567E42-E187-442B-B681-CD0BBCB099A1}" srcOrd="0" destOrd="0" presId="urn:microsoft.com/office/officeart/2005/8/layout/orgChart1"/>
    <dgm:cxn modelId="{948D0551-0193-483B-B2ED-CC88AAC62BFE}" type="presParOf" srcId="{CF567E42-E187-442B-B681-CD0BBCB099A1}" destId="{8C3B4334-6CCB-4040-A442-1A31F1DDDC74}" srcOrd="0" destOrd="0" presId="urn:microsoft.com/office/officeart/2005/8/layout/orgChart1"/>
    <dgm:cxn modelId="{828839B3-FA7D-41DC-A45C-08B209972D8A}" type="presParOf" srcId="{CF567E42-E187-442B-B681-CD0BBCB099A1}" destId="{ABFD6012-60C5-484E-B6EA-32AA9326F6A1}" srcOrd="1" destOrd="0" presId="urn:microsoft.com/office/officeart/2005/8/layout/orgChart1"/>
    <dgm:cxn modelId="{8DC8246A-52FD-4A79-837E-EB4DF740D3DD}" type="presParOf" srcId="{27E6611D-3EA8-49BC-B34F-896AA71B27FD}" destId="{257500E6-4E7F-4DE7-B164-6A9C9C2882F4}" srcOrd="1" destOrd="0" presId="urn:microsoft.com/office/officeart/2005/8/layout/orgChart1"/>
    <dgm:cxn modelId="{ABB62EA2-4D3D-425A-A860-1E010BC3B4B3}" type="presParOf" srcId="{27E6611D-3EA8-49BC-B34F-896AA71B27FD}" destId="{31C01382-E123-4D73-88F5-74ECA2E6B880}" srcOrd="2" destOrd="0" presId="urn:microsoft.com/office/officeart/2005/8/layout/orgChart1"/>
    <dgm:cxn modelId="{A9284889-F14F-41AD-BE95-1758B89A4719}" type="presParOf" srcId="{BC20498F-BABE-41DA-AE35-A44063107745}" destId="{D317C5D8-8BFD-4CED-BBD1-7DE918402E87}" srcOrd="6" destOrd="0" presId="urn:microsoft.com/office/officeart/2005/8/layout/orgChart1"/>
    <dgm:cxn modelId="{D514B58B-BE61-487D-B20A-398BC5A56959}" type="presParOf" srcId="{BC20498F-BABE-41DA-AE35-A44063107745}" destId="{AF2F0009-57A9-4331-9C79-22F652D951BF}" srcOrd="7" destOrd="0" presId="urn:microsoft.com/office/officeart/2005/8/layout/orgChart1"/>
    <dgm:cxn modelId="{8599CC17-B46F-4522-91CC-DDBFBB7FAB1F}" type="presParOf" srcId="{AF2F0009-57A9-4331-9C79-22F652D951BF}" destId="{FDEF3438-0CD8-4E78-9EB9-873F8E45BACA}" srcOrd="0" destOrd="0" presId="urn:microsoft.com/office/officeart/2005/8/layout/orgChart1"/>
    <dgm:cxn modelId="{317A5002-C82B-4238-9472-D6B5D7730D78}" type="presParOf" srcId="{FDEF3438-0CD8-4E78-9EB9-873F8E45BACA}" destId="{69C8F3F1-CDC2-41CC-8A4E-7F414BFBEBD8}" srcOrd="0" destOrd="0" presId="urn:microsoft.com/office/officeart/2005/8/layout/orgChart1"/>
    <dgm:cxn modelId="{DD20159D-4022-43D5-A85C-357C8ED981A6}" type="presParOf" srcId="{FDEF3438-0CD8-4E78-9EB9-873F8E45BACA}" destId="{5CAA83BA-DECA-4068-821E-F5DC3AFD2CF0}" srcOrd="1" destOrd="0" presId="urn:microsoft.com/office/officeart/2005/8/layout/orgChart1"/>
    <dgm:cxn modelId="{97645F3A-30E1-4CB8-A074-85DA7FDD88AA}" type="presParOf" srcId="{AF2F0009-57A9-4331-9C79-22F652D951BF}" destId="{C5040D80-4A50-4A8E-8BBD-56FEE712D775}" srcOrd="1" destOrd="0" presId="urn:microsoft.com/office/officeart/2005/8/layout/orgChart1"/>
    <dgm:cxn modelId="{26F57749-68A4-48EB-B28F-B40AE5BCD3C6}" type="presParOf" srcId="{AF2F0009-57A9-4331-9C79-22F652D951BF}" destId="{1AB7D779-507D-4F9A-9FE6-FE0DC7AFEC00}" srcOrd="2" destOrd="0" presId="urn:microsoft.com/office/officeart/2005/8/layout/orgChart1"/>
    <dgm:cxn modelId="{D3FB9A4D-465B-4BF8-A07D-95FEF6A24476}" type="presParOf" srcId="{AB1F29E5-C565-4007-846F-A7723B127B8D}" destId="{C34FE9B0-C41F-4D4D-9414-D4FAB6F0F7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6705594-B0EE-4C73-8F97-9BE8FE85275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3F91E23-00BA-4C29-8778-0DC886F5D73E}">
      <dgm:prSet phldrT="[Текст]" custT="1"/>
      <dgm:spPr/>
      <dgm:t>
        <a:bodyPr/>
        <a:lstStyle/>
        <a:p>
          <a:r>
            <a:rPr lang="ru-RU" sz="2400" dirty="0" smtClean="0"/>
            <a:t>Группы  основных запретов</a:t>
          </a:r>
          <a:endParaRPr lang="ru-RU" sz="2400" dirty="0"/>
        </a:p>
      </dgm:t>
    </dgm:pt>
    <dgm:pt modelId="{D671F009-99F0-4A34-B999-ABA0089877CF}" type="parTrans" cxnId="{2F865A87-EC3D-4774-8EC2-DCBAA0633C3C}">
      <dgm:prSet/>
      <dgm:spPr/>
      <dgm:t>
        <a:bodyPr/>
        <a:lstStyle/>
        <a:p>
          <a:endParaRPr lang="ru-RU"/>
        </a:p>
      </dgm:t>
    </dgm:pt>
    <dgm:pt modelId="{BFB21BE0-719D-487F-AEA9-B80346C862F1}" type="sibTrans" cxnId="{2F865A87-EC3D-4774-8EC2-DCBAA0633C3C}">
      <dgm:prSet/>
      <dgm:spPr/>
      <dgm:t>
        <a:bodyPr/>
        <a:lstStyle/>
        <a:p>
          <a:endParaRPr lang="ru-RU"/>
        </a:p>
      </dgm:t>
    </dgm:pt>
    <dgm:pt modelId="{9A69F6C4-12D0-41A3-8CF4-6756B5304790}">
      <dgm:prSet phldrT="[Текст]"/>
      <dgm:spPr/>
      <dgm:t>
        <a:bodyPr/>
        <a:lstStyle/>
        <a:p>
          <a:r>
            <a:rPr lang="ru-RU" dirty="0" smtClean="0"/>
            <a:t>Платная деятельность</a:t>
          </a:r>
          <a:endParaRPr lang="ru-RU" dirty="0"/>
        </a:p>
      </dgm:t>
    </dgm:pt>
    <dgm:pt modelId="{9ED8D7BA-A287-42C2-8FB9-165FAF0C9510}" type="parTrans" cxnId="{1A9A63D2-5DC8-4F92-BF7A-051FA68F2DF4}">
      <dgm:prSet/>
      <dgm:spPr/>
      <dgm:t>
        <a:bodyPr/>
        <a:lstStyle/>
        <a:p>
          <a:endParaRPr lang="ru-RU"/>
        </a:p>
      </dgm:t>
    </dgm:pt>
    <dgm:pt modelId="{029D3DBE-366F-4B83-B6C1-8E93F93CDD10}" type="sibTrans" cxnId="{1A9A63D2-5DC8-4F92-BF7A-051FA68F2DF4}">
      <dgm:prSet/>
      <dgm:spPr/>
      <dgm:t>
        <a:bodyPr/>
        <a:lstStyle/>
        <a:p>
          <a:endParaRPr lang="ru-RU"/>
        </a:p>
      </dgm:t>
    </dgm:pt>
    <dgm:pt modelId="{C1365CC2-C694-4313-9D96-F6CC6F45D303}">
      <dgm:prSet phldrT="[Текст]"/>
      <dgm:spPr/>
      <dgm:t>
        <a:bodyPr/>
        <a:lstStyle/>
        <a:p>
          <a:r>
            <a:rPr lang="ru-RU" dirty="0" smtClean="0"/>
            <a:t>Политическая деятельность</a:t>
          </a:r>
          <a:endParaRPr lang="ru-RU" dirty="0"/>
        </a:p>
      </dgm:t>
    </dgm:pt>
    <dgm:pt modelId="{2A393D93-F36F-4606-8748-2C8B4D434097}" type="parTrans" cxnId="{FF27834D-2EC8-4C83-94C9-04E6B1CBCA93}">
      <dgm:prSet/>
      <dgm:spPr/>
      <dgm:t>
        <a:bodyPr/>
        <a:lstStyle/>
        <a:p>
          <a:endParaRPr lang="ru-RU"/>
        </a:p>
      </dgm:t>
    </dgm:pt>
    <dgm:pt modelId="{CBF967D7-20F5-4B1B-9B0B-A199429D0760}" type="sibTrans" cxnId="{FF27834D-2EC8-4C83-94C9-04E6B1CBCA93}">
      <dgm:prSet/>
      <dgm:spPr/>
      <dgm:t>
        <a:bodyPr/>
        <a:lstStyle/>
        <a:p>
          <a:endParaRPr lang="ru-RU"/>
        </a:p>
      </dgm:t>
    </dgm:pt>
    <dgm:pt modelId="{D97F56AB-4782-49F6-996D-FF18BD676FF1}">
      <dgm:prSet phldrT="[Текст]"/>
      <dgm:spPr/>
      <dgm:t>
        <a:bodyPr/>
        <a:lstStyle/>
        <a:p>
          <a:r>
            <a:rPr lang="ru-RU" dirty="0" smtClean="0"/>
            <a:t>Нарушение требований и норм поведения и деятельности</a:t>
          </a:r>
          <a:endParaRPr lang="ru-RU" dirty="0"/>
        </a:p>
      </dgm:t>
    </dgm:pt>
    <dgm:pt modelId="{2F1212AE-C109-480B-90C6-F7700CE857CA}" type="parTrans" cxnId="{CAB0BCF6-906C-4B53-BB08-A91C1BCC4773}">
      <dgm:prSet/>
      <dgm:spPr/>
      <dgm:t>
        <a:bodyPr/>
        <a:lstStyle/>
        <a:p>
          <a:endParaRPr lang="ru-RU"/>
        </a:p>
      </dgm:t>
    </dgm:pt>
    <dgm:pt modelId="{50A3B012-4B2E-4375-8455-A97F91B1096C}" type="sibTrans" cxnId="{CAB0BCF6-906C-4B53-BB08-A91C1BCC4773}">
      <dgm:prSet/>
      <dgm:spPr/>
      <dgm:t>
        <a:bodyPr/>
        <a:lstStyle/>
        <a:p>
          <a:endParaRPr lang="ru-RU"/>
        </a:p>
      </dgm:t>
    </dgm:pt>
    <dgm:pt modelId="{7D99B0C0-598D-40FB-9F25-CD7048EC78CD}">
      <dgm:prSet/>
      <dgm:spPr/>
      <dgm:t>
        <a:bodyPr/>
        <a:lstStyle/>
        <a:p>
          <a:r>
            <a:rPr lang="ru-RU" dirty="0" smtClean="0"/>
            <a:t>Злоупотребление служебным положением</a:t>
          </a:r>
          <a:endParaRPr lang="ru-RU" dirty="0"/>
        </a:p>
      </dgm:t>
    </dgm:pt>
    <dgm:pt modelId="{9F81356F-DF1B-4BA2-AF93-0DE6F75AD1AF}" type="parTrans" cxnId="{352280FB-C35C-4714-988A-BB98584E9A68}">
      <dgm:prSet/>
      <dgm:spPr/>
      <dgm:t>
        <a:bodyPr/>
        <a:lstStyle/>
        <a:p>
          <a:endParaRPr lang="ru-RU"/>
        </a:p>
      </dgm:t>
    </dgm:pt>
    <dgm:pt modelId="{BC2A6BA7-27CD-49BD-A96F-B115EB87344C}" type="sibTrans" cxnId="{352280FB-C35C-4714-988A-BB98584E9A68}">
      <dgm:prSet/>
      <dgm:spPr/>
      <dgm:t>
        <a:bodyPr/>
        <a:lstStyle/>
        <a:p>
          <a:endParaRPr lang="ru-RU"/>
        </a:p>
      </dgm:t>
    </dgm:pt>
    <dgm:pt modelId="{A86FC960-6B8B-42E8-9411-FEB49BF757E2}" type="pres">
      <dgm:prSet presAssocID="{56705594-B0EE-4C73-8F97-9BE8FE8527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AB1F29E5-C565-4007-846F-A7723B127B8D}" type="pres">
      <dgm:prSet presAssocID="{E3F91E23-00BA-4C29-8778-0DC886F5D73E}" presName="hierRoot1" presStyleCnt="0">
        <dgm:presLayoutVars>
          <dgm:hierBranch val="init"/>
        </dgm:presLayoutVars>
      </dgm:prSet>
      <dgm:spPr/>
    </dgm:pt>
    <dgm:pt modelId="{1B610C2A-1221-4219-AC50-8623062331FB}" type="pres">
      <dgm:prSet presAssocID="{E3F91E23-00BA-4C29-8778-0DC886F5D73E}" presName="rootComposite1" presStyleCnt="0"/>
      <dgm:spPr/>
    </dgm:pt>
    <dgm:pt modelId="{B0EA7259-C3AE-45A4-8BC3-7518EC3AF6DD}" type="pres">
      <dgm:prSet presAssocID="{E3F91E23-00BA-4C29-8778-0DC886F5D73E}" presName="rootText1" presStyleLbl="node0" presStyleIdx="0" presStyleCnt="1" custScaleX="33131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F1F65A2-F98E-431F-BBB0-1A05E6178770}" type="pres">
      <dgm:prSet presAssocID="{E3F91E23-00BA-4C29-8778-0DC886F5D73E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C20498F-BABE-41DA-AE35-A44063107745}" type="pres">
      <dgm:prSet presAssocID="{E3F91E23-00BA-4C29-8778-0DC886F5D73E}" presName="hierChild2" presStyleCnt="0"/>
      <dgm:spPr/>
    </dgm:pt>
    <dgm:pt modelId="{35737F25-24F9-4BF6-82B6-352FB7BF0998}" type="pres">
      <dgm:prSet presAssocID="{9ED8D7BA-A287-42C2-8FB9-165FAF0C9510}" presName="Name37" presStyleLbl="parChTrans1D2" presStyleIdx="0" presStyleCnt="4"/>
      <dgm:spPr/>
      <dgm:t>
        <a:bodyPr/>
        <a:lstStyle/>
        <a:p>
          <a:endParaRPr lang="ru-RU"/>
        </a:p>
      </dgm:t>
    </dgm:pt>
    <dgm:pt modelId="{3FB9E8A2-A797-4A06-A099-F657D64ED16A}" type="pres">
      <dgm:prSet presAssocID="{9A69F6C4-12D0-41A3-8CF4-6756B5304790}" presName="hierRoot2" presStyleCnt="0">
        <dgm:presLayoutVars>
          <dgm:hierBranch val="init"/>
        </dgm:presLayoutVars>
      </dgm:prSet>
      <dgm:spPr/>
    </dgm:pt>
    <dgm:pt modelId="{661AFB33-D901-4933-87EE-0F2964111E4E}" type="pres">
      <dgm:prSet presAssocID="{9A69F6C4-12D0-41A3-8CF4-6756B5304790}" presName="rootComposite" presStyleCnt="0"/>
      <dgm:spPr/>
    </dgm:pt>
    <dgm:pt modelId="{F6D094D3-967A-4E8B-944E-667A837149FC}" type="pres">
      <dgm:prSet presAssocID="{9A69F6C4-12D0-41A3-8CF4-6756B5304790}" presName="rootText" presStyleLbl="node2" presStyleIdx="0" presStyleCnt="4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6F57BF6-7FD7-42A2-8832-907E9F6411BC}" type="pres">
      <dgm:prSet presAssocID="{9A69F6C4-12D0-41A3-8CF4-6756B5304790}" presName="rootConnector" presStyleLbl="node2" presStyleIdx="0" presStyleCnt="4"/>
      <dgm:spPr/>
      <dgm:t>
        <a:bodyPr/>
        <a:lstStyle/>
        <a:p>
          <a:endParaRPr lang="ru-RU"/>
        </a:p>
      </dgm:t>
    </dgm:pt>
    <dgm:pt modelId="{62EDBE95-5D35-4981-983F-CA6DB131E0A9}" type="pres">
      <dgm:prSet presAssocID="{9A69F6C4-12D0-41A3-8CF4-6756B5304790}" presName="hierChild4" presStyleCnt="0"/>
      <dgm:spPr/>
    </dgm:pt>
    <dgm:pt modelId="{F09BA726-844D-42F3-8F95-43395E17F702}" type="pres">
      <dgm:prSet presAssocID="{9A69F6C4-12D0-41A3-8CF4-6756B5304790}" presName="hierChild5" presStyleCnt="0"/>
      <dgm:spPr/>
    </dgm:pt>
    <dgm:pt modelId="{70A1ADE7-3608-43B6-87D3-6442D34DF195}" type="pres">
      <dgm:prSet presAssocID="{2A393D93-F36F-4606-8748-2C8B4D434097}" presName="Name37" presStyleLbl="parChTrans1D2" presStyleIdx="1" presStyleCnt="4"/>
      <dgm:spPr/>
      <dgm:t>
        <a:bodyPr/>
        <a:lstStyle/>
        <a:p>
          <a:endParaRPr lang="ru-RU"/>
        </a:p>
      </dgm:t>
    </dgm:pt>
    <dgm:pt modelId="{419CC850-D66A-460F-B6E2-D003E8A37101}" type="pres">
      <dgm:prSet presAssocID="{C1365CC2-C694-4313-9D96-F6CC6F45D303}" presName="hierRoot2" presStyleCnt="0">
        <dgm:presLayoutVars>
          <dgm:hierBranch val="init"/>
        </dgm:presLayoutVars>
      </dgm:prSet>
      <dgm:spPr/>
    </dgm:pt>
    <dgm:pt modelId="{9AAC2420-B733-45FB-9DC7-5454BC9B0B1F}" type="pres">
      <dgm:prSet presAssocID="{C1365CC2-C694-4313-9D96-F6CC6F45D303}" presName="rootComposite" presStyleCnt="0"/>
      <dgm:spPr/>
    </dgm:pt>
    <dgm:pt modelId="{95373001-42C1-4D56-AF36-C6B2FC66AF76}" type="pres">
      <dgm:prSet presAssocID="{C1365CC2-C694-4313-9D96-F6CC6F45D303}" presName="rootText" presStyleLbl="node2" presStyleIdx="1" presStyleCnt="4" custScaleX="114805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62741CD-7D33-4051-8D4F-FA70046ED263}" type="pres">
      <dgm:prSet presAssocID="{C1365CC2-C694-4313-9D96-F6CC6F45D303}" presName="rootConnector" presStyleLbl="node2" presStyleIdx="1" presStyleCnt="4"/>
      <dgm:spPr/>
      <dgm:t>
        <a:bodyPr/>
        <a:lstStyle/>
        <a:p>
          <a:endParaRPr lang="ru-RU"/>
        </a:p>
      </dgm:t>
    </dgm:pt>
    <dgm:pt modelId="{3BA9EE08-130D-4D79-9AEF-FA57A199F9B5}" type="pres">
      <dgm:prSet presAssocID="{C1365CC2-C694-4313-9D96-F6CC6F45D303}" presName="hierChild4" presStyleCnt="0"/>
      <dgm:spPr/>
    </dgm:pt>
    <dgm:pt modelId="{E0BC060E-3522-4B30-B52C-14D0A8A89261}" type="pres">
      <dgm:prSet presAssocID="{C1365CC2-C694-4313-9D96-F6CC6F45D303}" presName="hierChild5" presStyleCnt="0"/>
      <dgm:spPr/>
    </dgm:pt>
    <dgm:pt modelId="{42962F1D-8C62-4D94-8F78-6EC50837CF50}" type="pres">
      <dgm:prSet presAssocID="{9F81356F-DF1B-4BA2-AF93-0DE6F75AD1AF}" presName="Name37" presStyleLbl="parChTrans1D2" presStyleIdx="2" presStyleCnt="4"/>
      <dgm:spPr/>
      <dgm:t>
        <a:bodyPr/>
        <a:lstStyle/>
        <a:p>
          <a:endParaRPr lang="ru-RU"/>
        </a:p>
      </dgm:t>
    </dgm:pt>
    <dgm:pt modelId="{27E6611D-3EA8-49BC-B34F-896AA71B27FD}" type="pres">
      <dgm:prSet presAssocID="{7D99B0C0-598D-40FB-9F25-CD7048EC78CD}" presName="hierRoot2" presStyleCnt="0">
        <dgm:presLayoutVars>
          <dgm:hierBranch val="init"/>
        </dgm:presLayoutVars>
      </dgm:prSet>
      <dgm:spPr/>
    </dgm:pt>
    <dgm:pt modelId="{CF567E42-E187-442B-B681-CD0BBCB099A1}" type="pres">
      <dgm:prSet presAssocID="{7D99B0C0-598D-40FB-9F25-CD7048EC78CD}" presName="rootComposite" presStyleCnt="0"/>
      <dgm:spPr/>
    </dgm:pt>
    <dgm:pt modelId="{8C3B4334-6CCB-4040-A442-1A31F1DDDC74}" type="pres">
      <dgm:prSet presAssocID="{7D99B0C0-598D-40FB-9F25-CD7048EC78CD}" presName="rootText" presStyleLbl="node2" presStyleIdx="2" presStyleCnt="4" custScaleX="110628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BFD6012-60C5-484E-B6EA-32AA9326F6A1}" type="pres">
      <dgm:prSet presAssocID="{7D99B0C0-598D-40FB-9F25-CD7048EC78CD}" presName="rootConnector" presStyleLbl="node2" presStyleIdx="2" presStyleCnt="4"/>
      <dgm:spPr/>
      <dgm:t>
        <a:bodyPr/>
        <a:lstStyle/>
        <a:p>
          <a:endParaRPr lang="ru-RU"/>
        </a:p>
      </dgm:t>
    </dgm:pt>
    <dgm:pt modelId="{257500E6-4E7F-4DE7-B164-6A9C9C2882F4}" type="pres">
      <dgm:prSet presAssocID="{7D99B0C0-598D-40FB-9F25-CD7048EC78CD}" presName="hierChild4" presStyleCnt="0"/>
      <dgm:spPr/>
    </dgm:pt>
    <dgm:pt modelId="{31C01382-E123-4D73-88F5-74ECA2E6B880}" type="pres">
      <dgm:prSet presAssocID="{7D99B0C0-598D-40FB-9F25-CD7048EC78CD}" presName="hierChild5" presStyleCnt="0"/>
      <dgm:spPr/>
    </dgm:pt>
    <dgm:pt modelId="{D317C5D8-8BFD-4CED-BBD1-7DE918402E87}" type="pres">
      <dgm:prSet presAssocID="{2F1212AE-C109-480B-90C6-F7700CE857CA}" presName="Name37" presStyleLbl="parChTrans1D2" presStyleIdx="3" presStyleCnt="4"/>
      <dgm:spPr/>
      <dgm:t>
        <a:bodyPr/>
        <a:lstStyle/>
        <a:p>
          <a:endParaRPr lang="ru-RU"/>
        </a:p>
      </dgm:t>
    </dgm:pt>
    <dgm:pt modelId="{AF2F0009-57A9-4331-9C79-22F652D951BF}" type="pres">
      <dgm:prSet presAssocID="{D97F56AB-4782-49F6-996D-FF18BD676FF1}" presName="hierRoot2" presStyleCnt="0">
        <dgm:presLayoutVars>
          <dgm:hierBranch val="init"/>
        </dgm:presLayoutVars>
      </dgm:prSet>
      <dgm:spPr/>
    </dgm:pt>
    <dgm:pt modelId="{FDEF3438-0CD8-4E78-9EB9-873F8E45BACA}" type="pres">
      <dgm:prSet presAssocID="{D97F56AB-4782-49F6-996D-FF18BD676FF1}" presName="rootComposite" presStyleCnt="0"/>
      <dgm:spPr/>
    </dgm:pt>
    <dgm:pt modelId="{69C8F3F1-CDC2-41CC-8A4E-7F414BFBEBD8}" type="pres">
      <dgm:prSet presAssocID="{D97F56AB-4782-49F6-996D-FF18BD676FF1}" presName="rootText" presStyleLbl="node2" presStyleIdx="3" presStyleCnt="4" custScaleX="114883" custScaleY="18324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CAA83BA-DECA-4068-821E-F5DC3AFD2CF0}" type="pres">
      <dgm:prSet presAssocID="{D97F56AB-4782-49F6-996D-FF18BD676FF1}" presName="rootConnector" presStyleLbl="node2" presStyleIdx="3" presStyleCnt="4"/>
      <dgm:spPr/>
      <dgm:t>
        <a:bodyPr/>
        <a:lstStyle/>
        <a:p>
          <a:endParaRPr lang="ru-RU"/>
        </a:p>
      </dgm:t>
    </dgm:pt>
    <dgm:pt modelId="{C5040D80-4A50-4A8E-8BBD-56FEE712D775}" type="pres">
      <dgm:prSet presAssocID="{D97F56AB-4782-49F6-996D-FF18BD676FF1}" presName="hierChild4" presStyleCnt="0"/>
      <dgm:spPr/>
    </dgm:pt>
    <dgm:pt modelId="{1AB7D779-507D-4F9A-9FE6-FE0DC7AFEC00}" type="pres">
      <dgm:prSet presAssocID="{D97F56AB-4782-49F6-996D-FF18BD676FF1}" presName="hierChild5" presStyleCnt="0"/>
      <dgm:spPr/>
    </dgm:pt>
    <dgm:pt modelId="{C34FE9B0-C41F-4D4D-9414-D4FAB6F0F70F}" type="pres">
      <dgm:prSet presAssocID="{E3F91E23-00BA-4C29-8778-0DC886F5D73E}" presName="hierChild3" presStyleCnt="0"/>
      <dgm:spPr/>
    </dgm:pt>
  </dgm:ptLst>
  <dgm:cxnLst>
    <dgm:cxn modelId="{E00E8806-3C01-49B9-89AE-92518AC787B4}" type="presOf" srcId="{C1365CC2-C694-4313-9D96-F6CC6F45D303}" destId="{95373001-42C1-4D56-AF36-C6B2FC66AF76}" srcOrd="0" destOrd="0" presId="urn:microsoft.com/office/officeart/2005/8/layout/orgChart1"/>
    <dgm:cxn modelId="{E7454961-16D9-41D1-B283-AC0699C8F12F}" type="presOf" srcId="{9A69F6C4-12D0-41A3-8CF4-6756B5304790}" destId="{86F57BF6-7FD7-42A2-8832-907E9F6411BC}" srcOrd="1" destOrd="0" presId="urn:microsoft.com/office/officeart/2005/8/layout/orgChart1"/>
    <dgm:cxn modelId="{11E8819D-4A5D-4498-8175-C56BE197C7AD}" type="presOf" srcId="{9F81356F-DF1B-4BA2-AF93-0DE6F75AD1AF}" destId="{42962F1D-8C62-4D94-8F78-6EC50837CF50}" srcOrd="0" destOrd="0" presId="urn:microsoft.com/office/officeart/2005/8/layout/orgChart1"/>
    <dgm:cxn modelId="{18A61B71-629C-4E02-81E8-4C9329EFED10}" type="presOf" srcId="{9A69F6C4-12D0-41A3-8CF4-6756B5304790}" destId="{F6D094D3-967A-4E8B-944E-667A837149FC}" srcOrd="0" destOrd="0" presId="urn:microsoft.com/office/officeart/2005/8/layout/orgChart1"/>
    <dgm:cxn modelId="{CCB081A7-2952-4B4B-8267-E0FFB97870CC}" type="presOf" srcId="{C1365CC2-C694-4313-9D96-F6CC6F45D303}" destId="{362741CD-7D33-4051-8D4F-FA70046ED263}" srcOrd="1" destOrd="0" presId="urn:microsoft.com/office/officeart/2005/8/layout/orgChart1"/>
    <dgm:cxn modelId="{DA3F42A8-2A0F-4A76-8219-CE1912109842}" type="presOf" srcId="{2F1212AE-C109-480B-90C6-F7700CE857CA}" destId="{D317C5D8-8BFD-4CED-BBD1-7DE918402E87}" srcOrd="0" destOrd="0" presId="urn:microsoft.com/office/officeart/2005/8/layout/orgChart1"/>
    <dgm:cxn modelId="{A1C6C75D-75FF-4AC5-AA4A-DA2BA03C14CC}" type="presOf" srcId="{9ED8D7BA-A287-42C2-8FB9-165FAF0C9510}" destId="{35737F25-24F9-4BF6-82B6-352FB7BF0998}" srcOrd="0" destOrd="0" presId="urn:microsoft.com/office/officeart/2005/8/layout/orgChart1"/>
    <dgm:cxn modelId="{2F865A87-EC3D-4774-8EC2-DCBAA0633C3C}" srcId="{56705594-B0EE-4C73-8F97-9BE8FE85275B}" destId="{E3F91E23-00BA-4C29-8778-0DC886F5D73E}" srcOrd="0" destOrd="0" parTransId="{D671F009-99F0-4A34-B999-ABA0089877CF}" sibTransId="{BFB21BE0-719D-487F-AEA9-B80346C862F1}"/>
    <dgm:cxn modelId="{88A7E7E2-B3EC-4D2D-9FFF-C502970F4432}" type="presOf" srcId="{7D99B0C0-598D-40FB-9F25-CD7048EC78CD}" destId="{8C3B4334-6CCB-4040-A442-1A31F1DDDC74}" srcOrd="0" destOrd="0" presId="urn:microsoft.com/office/officeart/2005/8/layout/orgChart1"/>
    <dgm:cxn modelId="{FF27834D-2EC8-4C83-94C9-04E6B1CBCA93}" srcId="{E3F91E23-00BA-4C29-8778-0DC886F5D73E}" destId="{C1365CC2-C694-4313-9D96-F6CC6F45D303}" srcOrd="1" destOrd="0" parTransId="{2A393D93-F36F-4606-8748-2C8B4D434097}" sibTransId="{CBF967D7-20F5-4B1B-9B0B-A199429D0760}"/>
    <dgm:cxn modelId="{34A491C2-B721-4BA5-BAF3-5DC77381F318}" type="presOf" srcId="{D97F56AB-4782-49F6-996D-FF18BD676FF1}" destId="{5CAA83BA-DECA-4068-821E-F5DC3AFD2CF0}" srcOrd="1" destOrd="0" presId="urn:microsoft.com/office/officeart/2005/8/layout/orgChart1"/>
    <dgm:cxn modelId="{1A9A63D2-5DC8-4F92-BF7A-051FA68F2DF4}" srcId="{E3F91E23-00BA-4C29-8778-0DC886F5D73E}" destId="{9A69F6C4-12D0-41A3-8CF4-6756B5304790}" srcOrd="0" destOrd="0" parTransId="{9ED8D7BA-A287-42C2-8FB9-165FAF0C9510}" sibTransId="{029D3DBE-366F-4B83-B6C1-8E93F93CDD10}"/>
    <dgm:cxn modelId="{BD7FA508-2D5A-4EBE-8914-430E12274EC6}" type="presOf" srcId="{56705594-B0EE-4C73-8F97-9BE8FE85275B}" destId="{A86FC960-6B8B-42E8-9411-FEB49BF757E2}" srcOrd="0" destOrd="0" presId="urn:microsoft.com/office/officeart/2005/8/layout/orgChart1"/>
    <dgm:cxn modelId="{91EF5FBB-6ADF-4E34-9C9A-8015EF99A69D}" type="presOf" srcId="{D97F56AB-4782-49F6-996D-FF18BD676FF1}" destId="{69C8F3F1-CDC2-41CC-8A4E-7F414BFBEBD8}" srcOrd="0" destOrd="0" presId="urn:microsoft.com/office/officeart/2005/8/layout/orgChart1"/>
    <dgm:cxn modelId="{023A4747-FEC4-4083-9EE7-88D442A64BCD}" type="presOf" srcId="{2A393D93-F36F-4606-8748-2C8B4D434097}" destId="{70A1ADE7-3608-43B6-87D3-6442D34DF195}" srcOrd="0" destOrd="0" presId="urn:microsoft.com/office/officeart/2005/8/layout/orgChart1"/>
    <dgm:cxn modelId="{A43E0479-A83B-41BB-9588-3351C3F3ED65}" type="presOf" srcId="{E3F91E23-00BA-4C29-8778-0DC886F5D73E}" destId="{8F1F65A2-F98E-431F-BBB0-1A05E6178770}" srcOrd="1" destOrd="0" presId="urn:microsoft.com/office/officeart/2005/8/layout/orgChart1"/>
    <dgm:cxn modelId="{CAB0BCF6-906C-4B53-BB08-A91C1BCC4773}" srcId="{E3F91E23-00BA-4C29-8778-0DC886F5D73E}" destId="{D97F56AB-4782-49F6-996D-FF18BD676FF1}" srcOrd="3" destOrd="0" parTransId="{2F1212AE-C109-480B-90C6-F7700CE857CA}" sibTransId="{50A3B012-4B2E-4375-8455-A97F91B1096C}"/>
    <dgm:cxn modelId="{39C67906-DE14-4819-B920-2A00625A302E}" type="presOf" srcId="{7D99B0C0-598D-40FB-9F25-CD7048EC78CD}" destId="{ABFD6012-60C5-484E-B6EA-32AA9326F6A1}" srcOrd="1" destOrd="0" presId="urn:microsoft.com/office/officeart/2005/8/layout/orgChart1"/>
    <dgm:cxn modelId="{AD45BC4F-85EF-4C48-85CA-A8C84246F800}" type="presOf" srcId="{E3F91E23-00BA-4C29-8778-0DC886F5D73E}" destId="{B0EA7259-C3AE-45A4-8BC3-7518EC3AF6DD}" srcOrd="0" destOrd="0" presId="urn:microsoft.com/office/officeart/2005/8/layout/orgChart1"/>
    <dgm:cxn modelId="{352280FB-C35C-4714-988A-BB98584E9A68}" srcId="{E3F91E23-00BA-4C29-8778-0DC886F5D73E}" destId="{7D99B0C0-598D-40FB-9F25-CD7048EC78CD}" srcOrd="2" destOrd="0" parTransId="{9F81356F-DF1B-4BA2-AF93-0DE6F75AD1AF}" sibTransId="{BC2A6BA7-27CD-49BD-A96F-B115EB87344C}"/>
    <dgm:cxn modelId="{DD0299F7-D340-4CE8-A9F4-255790832BD4}" type="presParOf" srcId="{A86FC960-6B8B-42E8-9411-FEB49BF757E2}" destId="{AB1F29E5-C565-4007-846F-A7723B127B8D}" srcOrd="0" destOrd="0" presId="urn:microsoft.com/office/officeart/2005/8/layout/orgChart1"/>
    <dgm:cxn modelId="{3F88ED75-A7BA-4FF4-A4EE-ABB9101E1CE0}" type="presParOf" srcId="{AB1F29E5-C565-4007-846F-A7723B127B8D}" destId="{1B610C2A-1221-4219-AC50-8623062331FB}" srcOrd="0" destOrd="0" presId="urn:microsoft.com/office/officeart/2005/8/layout/orgChart1"/>
    <dgm:cxn modelId="{966C2F0B-7CAE-4EEF-8EA2-FE80EECCA612}" type="presParOf" srcId="{1B610C2A-1221-4219-AC50-8623062331FB}" destId="{B0EA7259-C3AE-45A4-8BC3-7518EC3AF6DD}" srcOrd="0" destOrd="0" presId="urn:microsoft.com/office/officeart/2005/8/layout/orgChart1"/>
    <dgm:cxn modelId="{B9A058C0-7205-4A46-9924-A6FA662AC54C}" type="presParOf" srcId="{1B610C2A-1221-4219-AC50-8623062331FB}" destId="{8F1F65A2-F98E-431F-BBB0-1A05E6178770}" srcOrd="1" destOrd="0" presId="urn:microsoft.com/office/officeart/2005/8/layout/orgChart1"/>
    <dgm:cxn modelId="{4D7A1E01-D062-4269-94D1-970F877F48C8}" type="presParOf" srcId="{AB1F29E5-C565-4007-846F-A7723B127B8D}" destId="{BC20498F-BABE-41DA-AE35-A44063107745}" srcOrd="1" destOrd="0" presId="urn:microsoft.com/office/officeart/2005/8/layout/orgChart1"/>
    <dgm:cxn modelId="{3E43CF75-B9E0-48BD-A817-C1911A72218B}" type="presParOf" srcId="{BC20498F-BABE-41DA-AE35-A44063107745}" destId="{35737F25-24F9-4BF6-82B6-352FB7BF0998}" srcOrd="0" destOrd="0" presId="urn:microsoft.com/office/officeart/2005/8/layout/orgChart1"/>
    <dgm:cxn modelId="{E4F48C27-DFBD-43E0-AD47-AE7DC0D99AA5}" type="presParOf" srcId="{BC20498F-BABE-41DA-AE35-A44063107745}" destId="{3FB9E8A2-A797-4A06-A099-F657D64ED16A}" srcOrd="1" destOrd="0" presId="urn:microsoft.com/office/officeart/2005/8/layout/orgChart1"/>
    <dgm:cxn modelId="{0B4A83DA-5ED7-49C2-B2FA-4CD29E7DABD8}" type="presParOf" srcId="{3FB9E8A2-A797-4A06-A099-F657D64ED16A}" destId="{661AFB33-D901-4933-87EE-0F2964111E4E}" srcOrd="0" destOrd="0" presId="urn:microsoft.com/office/officeart/2005/8/layout/orgChart1"/>
    <dgm:cxn modelId="{8CC0079E-695F-4A0F-BB32-5AE4C0577E8B}" type="presParOf" srcId="{661AFB33-D901-4933-87EE-0F2964111E4E}" destId="{F6D094D3-967A-4E8B-944E-667A837149FC}" srcOrd="0" destOrd="0" presId="urn:microsoft.com/office/officeart/2005/8/layout/orgChart1"/>
    <dgm:cxn modelId="{951C33E1-FD7B-4369-B299-F717E10ACE0A}" type="presParOf" srcId="{661AFB33-D901-4933-87EE-0F2964111E4E}" destId="{86F57BF6-7FD7-42A2-8832-907E9F6411BC}" srcOrd="1" destOrd="0" presId="urn:microsoft.com/office/officeart/2005/8/layout/orgChart1"/>
    <dgm:cxn modelId="{174665AE-45AD-4978-9CCD-7A90A5405110}" type="presParOf" srcId="{3FB9E8A2-A797-4A06-A099-F657D64ED16A}" destId="{62EDBE95-5D35-4981-983F-CA6DB131E0A9}" srcOrd="1" destOrd="0" presId="urn:microsoft.com/office/officeart/2005/8/layout/orgChart1"/>
    <dgm:cxn modelId="{62FD8F90-2E31-4F2A-8DCF-E43ED7671B51}" type="presParOf" srcId="{3FB9E8A2-A797-4A06-A099-F657D64ED16A}" destId="{F09BA726-844D-42F3-8F95-43395E17F702}" srcOrd="2" destOrd="0" presId="urn:microsoft.com/office/officeart/2005/8/layout/orgChart1"/>
    <dgm:cxn modelId="{AE3A4028-2617-4D21-A70F-2748745FF02A}" type="presParOf" srcId="{BC20498F-BABE-41DA-AE35-A44063107745}" destId="{70A1ADE7-3608-43B6-87D3-6442D34DF195}" srcOrd="2" destOrd="0" presId="urn:microsoft.com/office/officeart/2005/8/layout/orgChart1"/>
    <dgm:cxn modelId="{A5987E8D-ACEE-46A3-A260-BC92AF3A4ADA}" type="presParOf" srcId="{BC20498F-BABE-41DA-AE35-A44063107745}" destId="{419CC850-D66A-460F-B6E2-D003E8A37101}" srcOrd="3" destOrd="0" presId="urn:microsoft.com/office/officeart/2005/8/layout/orgChart1"/>
    <dgm:cxn modelId="{08227967-1D64-4002-B4C8-6DE910F057A6}" type="presParOf" srcId="{419CC850-D66A-460F-B6E2-D003E8A37101}" destId="{9AAC2420-B733-45FB-9DC7-5454BC9B0B1F}" srcOrd="0" destOrd="0" presId="urn:microsoft.com/office/officeart/2005/8/layout/orgChart1"/>
    <dgm:cxn modelId="{2FAD6FF8-2368-490E-964E-326C889EB7D9}" type="presParOf" srcId="{9AAC2420-B733-45FB-9DC7-5454BC9B0B1F}" destId="{95373001-42C1-4D56-AF36-C6B2FC66AF76}" srcOrd="0" destOrd="0" presId="urn:microsoft.com/office/officeart/2005/8/layout/orgChart1"/>
    <dgm:cxn modelId="{29B0CB0D-60B6-4CDD-BC6C-AB272F605EDF}" type="presParOf" srcId="{9AAC2420-B733-45FB-9DC7-5454BC9B0B1F}" destId="{362741CD-7D33-4051-8D4F-FA70046ED263}" srcOrd="1" destOrd="0" presId="urn:microsoft.com/office/officeart/2005/8/layout/orgChart1"/>
    <dgm:cxn modelId="{CF4B7001-7152-484E-A89E-D0EDBEC25E0B}" type="presParOf" srcId="{419CC850-D66A-460F-B6E2-D003E8A37101}" destId="{3BA9EE08-130D-4D79-9AEF-FA57A199F9B5}" srcOrd="1" destOrd="0" presId="urn:microsoft.com/office/officeart/2005/8/layout/orgChart1"/>
    <dgm:cxn modelId="{9D22D26C-7B9F-46B3-BCC9-BA13802EDBCB}" type="presParOf" srcId="{419CC850-D66A-460F-B6E2-D003E8A37101}" destId="{E0BC060E-3522-4B30-B52C-14D0A8A89261}" srcOrd="2" destOrd="0" presId="urn:microsoft.com/office/officeart/2005/8/layout/orgChart1"/>
    <dgm:cxn modelId="{20CD2BA6-E9BE-43B8-8CE4-9CAF0C8F6D46}" type="presParOf" srcId="{BC20498F-BABE-41DA-AE35-A44063107745}" destId="{42962F1D-8C62-4D94-8F78-6EC50837CF50}" srcOrd="4" destOrd="0" presId="urn:microsoft.com/office/officeart/2005/8/layout/orgChart1"/>
    <dgm:cxn modelId="{53E61501-64B9-4151-940A-2887094531A7}" type="presParOf" srcId="{BC20498F-BABE-41DA-AE35-A44063107745}" destId="{27E6611D-3EA8-49BC-B34F-896AA71B27FD}" srcOrd="5" destOrd="0" presId="urn:microsoft.com/office/officeart/2005/8/layout/orgChart1"/>
    <dgm:cxn modelId="{77DEAD22-FBA8-4FB4-BE41-7B9A79154FC8}" type="presParOf" srcId="{27E6611D-3EA8-49BC-B34F-896AA71B27FD}" destId="{CF567E42-E187-442B-B681-CD0BBCB099A1}" srcOrd="0" destOrd="0" presId="urn:microsoft.com/office/officeart/2005/8/layout/orgChart1"/>
    <dgm:cxn modelId="{760193AC-5AFE-4EAA-9518-A8C4BE3A76F0}" type="presParOf" srcId="{CF567E42-E187-442B-B681-CD0BBCB099A1}" destId="{8C3B4334-6CCB-4040-A442-1A31F1DDDC74}" srcOrd="0" destOrd="0" presId="urn:microsoft.com/office/officeart/2005/8/layout/orgChart1"/>
    <dgm:cxn modelId="{17DC9626-9F27-4A3F-8F23-7ED8534315FB}" type="presParOf" srcId="{CF567E42-E187-442B-B681-CD0BBCB099A1}" destId="{ABFD6012-60C5-484E-B6EA-32AA9326F6A1}" srcOrd="1" destOrd="0" presId="urn:microsoft.com/office/officeart/2005/8/layout/orgChart1"/>
    <dgm:cxn modelId="{CDECC25B-7EE9-4E00-A607-77392C39A017}" type="presParOf" srcId="{27E6611D-3EA8-49BC-B34F-896AA71B27FD}" destId="{257500E6-4E7F-4DE7-B164-6A9C9C2882F4}" srcOrd="1" destOrd="0" presId="urn:microsoft.com/office/officeart/2005/8/layout/orgChart1"/>
    <dgm:cxn modelId="{A0E6DC68-A5DF-423C-ADC0-01FBC6364931}" type="presParOf" srcId="{27E6611D-3EA8-49BC-B34F-896AA71B27FD}" destId="{31C01382-E123-4D73-88F5-74ECA2E6B880}" srcOrd="2" destOrd="0" presId="urn:microsoft.com/office/officeart/2005/8/layout/orgChart1"/>
    <dgm:cxn modelId="{576CD92F-E31B-45F0-A003-682267D8FC88}" type="presParOf" srcId="{BC20498F-BABE-41DA-AE35-A44063107745}" destId="{D317C5D8-8BFD-4CED-BBD1-7DE918402E87}" srcOrd="6" destOrd="0" presId="urn:microsoft.com/office/officeart/2005/8/layout/orgChart1"/>
    <dgm:cxn modelId="{6511D6F7-8B13-4D1C-96D1-BE7FA7A248A2}" type="presParOf" srcId="{BC20498F-BABE-41DA-AE35-A44063107745}" destId="{AF2F0009-57A9-4331-9C79-22F652D951BF}" srcOrd="7" destOrd="0" presId="urn:microsoft.com/office/officeart/2005/8/layout/orgChart1"/>
    <dgm:cxn modelId="{669A0435-D5B9-482E-81E5-C27FBFA86778}" type="presParOf" srcId="{AF2F0009-57A9-4331-9C79-22F652D951BF}" destId="{FDEF3438-0CD8-4E78-9EB9-873F8E45BACA}" srcOrd="0" destOrd="0" presId="urn:microsoft.com/office/officeart/2005/8/layout/orgChart1"/>
    <dgm:cxn modelId="{0205C9DC-7C6F-49AF-B503-17197A7643AE}" type="presParOf" srcId="{FDEF3438-0CD8-4E78-9EB9-873F8E45BACA}" destId="{69C8F3F1-CDC2-41CC-8A4E-7F414BFBEBD8}" srcOrd="0" destOrd="0" presId="urn:microsoft.com/office/officeart/2005/8/layout/orgChart1"/>
    <dgm:cxn modelId="{F04E516A-2426-4797-B4FC-4044AB8D55B0}" type="presParOf" srcId="{FDEF3438-0CD8-4E78-9EB9-873F8E45BACA}" destId="{5CAA83BA-DECA-4068-821E-F5DC3AFD2CF0}" srcOrd="1" destOrd="0" presId="urn:microsoft.com/office/officeart/2005/8/layout/orgChart1"/>
    <dgm:cxn modelId="{64E8BFBD-98EC-40F0-A1B0-36C97DBE551C}" type="presParOf" srcId="{AF2F0009-57A9-4331-9C79-22F652D951BF}" destId="{C5040D80-4A50-4A8E-8BBD-56FEE712D775}" srcOrd="1" destOrd="0" presId="urn:microsoft.com/office/officeart/2005/8/layout/orgChart1"/>
    <dgm:cxn modelId="{45C43D60-AD5A-4A15-BA86-C49F575CBD6D}" type="presParOf" srcId="{AF2F0009-57A9-4331-9C79-22F652D951BF}" destId="{1AB7D779-507D-4F9A-9FE6-FE0DC7AFEC00}" srcOrd="2" destOrd="0" presId="urn:microsoft.com/office/officeart/2005/8/layout/orgChart1"/>
    <dgm:cxn modelId="{2159D9DD-EDFA-4148-A73D-BBA4B5B98FA9}" type="presParOf" srcId="{AB1F29E5-C565-4007-846F-A7723B127B8D}" destId="{C34FE9B0-C41F-4D4D-9414-D4FAB6F0F7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581B3-E666-4F17-A6A0-8C3A5F03AA13}">
      <dsp:nvSpPr>
        <dsp:cNvPr id="0" name=""/>
        <dsp:cNvSpPr/>
      </dsp:nvSpPr>
      <dsp:spPr>
        <a:xfrm>
          <a:off x="4741473" y="2186530"/>
          <a:ext cx="455464" cy="2114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4178"/>
              </a:lnTo>
              <a:lnTo>
                <a:pt x="455464" y="21141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EC9B0C-681D-4FEA-BB7D-702673A6C5E5}">
      <dsp:nvSpPr>
        <dsp:cNvPr id="0" name=""/>
        <dsp:cNvSpPr/>
      </dsp:nvSpPr>
      <dsp:spPr>
        <a:xfrm>
          <a:off x="4741473" y="2186530"/>
          <a:ext cx="455464" cy="831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15"/>
              </a:lnTo>
              <a:lnTo>
                <a:pt x="455464" y="8312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C2399E-75FE-4506-9846-6F611374FFD6}">
      <dsp:nvSpPr>
        <dsp:cNvPr id="0" name=""/>
        <dsp:cNvSpPr/>
      </dsp:nvSpPr>
      <dsp:spPr>
        <a:xfrm>
          <a:off x="4231617" y="903566"/>
          <a:ext cx="1724428" cy="379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733"/>
              </a:lnTo>
              <a:lnTo>
                <a:pt x="1724428" y="189733"/>
              </a:lnTo>
              <a:lnTo>
                <a:pt x="1724428" y="379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ABEB58-533E-4338-9B47-DFBDDBC5F484}">
      <dsp:nvSpPr>
        <dsp:cNvPr id="0" name=""/>
        <dsp:cNvSpPr/>
      </dsp:nvSpPr>
      <dsp:spPr>
        <a:xfrm>
          <a:off x="1295911" y="2186530"/>
          <a:ext cx="460408" cy="21141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4178"/>
              </a:lnTo>
              <a:lnTo>
                <a:pt x="460408" y="21141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2924E3-B4EF-4391-BBA5-DA85EF45ADE8}">
      <dsp:nvSpPr>
        <dsp:cNvPr id="0" name=""/>
        <dsp:cNvSpPr/>
      </dsp:nvSpPr>
      <dsp:spPr>
        <a:xfrm>
          <a:off x="1295911" y="2186530"/>
          <a:ext cx="460408" cy="831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15"/>
              </a:lnTo>
              <a:lnTo>
                <a:pt x="460408" y="8312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28B65B-B492-4452-9789-4A4DF4B2D3B0}">
      <dsp:nvSpPr>
        <dsp:cNvPr id="0" name=""/>
        <dsp:cNvSpPr/>
      </dsp:nvSpPr>
      <dsp:spPr>
        <a:xfrm>
          <a:off x="2523667" y="903566"/>
          <a:ext cx="1707949" cy="379467"/>
        </a:xfrm>
        <a:custGeom>
          <a:avLst/>
          <a:gdLst/>
          <a:ahLst/>
          <a:cxnLst/>
          <a:rect l="0" t="0" r="0" b="0"/>
          <a:pathLst>
            <a:path>
              <a:moveTo>
                <a:pt x="1707949" y="0"/>
              </a:moveTo>
              <a:lnTo>
                <a:pt x="1707949" y="189733"/>
              </a:lnTo>
              <a:lnTo>
                <a:pt x="0" y="189733"/>
              </a:lnTo>
              <a:lnTo>
                <a:pt x="0" y="3794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91A6C-67CF-42D7-A122-55DA8403CF8B}">
      <dsp:nvSpPr>
        <dsp:cNvPr id="0" name=""/>
        <dsp:cNvSpPr/>
      </dsp:nvSpPr>
      <dsp:spPr>
        <a:xfrm>
          <a:off x="2585494" y="71"/>
          <a:ext cx="3292245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Виды</a:t>
          </a:r>
          <a:endParaRPr lang="ru-RU" sz="2400" b="1" kern="1200" dirty="0"/>
        </a:p>
      </dsp:txBody>
      <dsp:txXfrm>
        <a:off x="2585494" y="71"/>
        <a:ext cx="3292245" cy="903495"/>
      </dsp:txXfrm>
    </dsp:sp>
    <dsp:sp modelId="{5A354BC3-2304-4233-AA83-8A88CBE9FD51}">
      <dsp:nvSpPr>
        <dsp:cNvPr id="0" name=""/>
        <dsp:cNvSpPr/>
      </dsp:nvSpPr>
      <dsp:spPr>
        <a:xfrm>
          <a:off x="988972" y="1283034"/>
          <a:ext cx="3069389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smtClean="0"/>
            <a:t>Государственные должности РФ и ее субъектов</a:t>
          </a:r>
          <a:endParaRPr lang="ru-RU" sz="1600" kern="1200" dirty="0"/>
        </a:p>
      </dsp:txBody>
      <dsp:txXfrm>
        <a:off x="988972" y="1283034"/>
        <a:ext cx="3069389" cy="903495"/>
      </dsp:txXfrm>
    </dsp:sp>
    <dsp:sp modelId="{97ECBA8F-5020-4789-BA85-02FEEF779340}">
      <dsp:nvSpPr>
        <dsp:cNvPr id="0" name=""/>
        <dsp:cNvSpPr/>
      </dsp:nvSpPr>
      <dsp:spPr>
        <a:xfrm>
          <a:off x="1756320" y="2565997"/>
          <a:ext cx="2207491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err="1" smtClean="0"/>
            <a:t>Гос</a:t>
          </a:r>
          <a:r>
            <a:rPr lang="ru-RU" sz="1600" i="1" kern="1200" dirty="0" smtClean="0"/>
            <a:t>. должности РФ </a:t>
          </a:r>
          <a:endParaRPr lang="ru-RU" sz="1600" kern="1200" dirty="0"/>
        </a:p>
      </dsp:txBody>
      <dsp:txXfrm>
        <a:off x="1756320" y="2565997"/>
        <a:ext cx="2207491" cy="903495"/>
      </dsp:txXfrm>
    </dsp:sp>
    <dsp:sp modelId="{B073D294-1DE2-4603-965F-273616985C6B}">
      <dsp:nvSpPr>
        <dsp:cNvPr id="0" name=""/>
        <dsp:cNvSpPr/>
      </dsp:nvSpPr>
      <dsp:spPr>
        <a:xfrm>
          <a:off x="1756320" y="3848961"/>
          <a:ext cx="2207491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err="1" smtClean="0"/>
            <a:t>Гос</a:t>
          </a:r>
          <a:r>
            <a:rPr lang="ru-RU" sz="1600" i="1" kern="1200" dirty="0" smtClean="0"/>
            <a:t>. должности  субъектов РФ </a:t>
          </a:r>
          <a:endParaRPr lang="ru-RU" sz="1600" kern="1200" dirty="0"/>
        </a:p>
      </dsp:txBody>
      <dsp:txXfrm>
        <a:off x="1756320" y="3848961"/>
        <a:ext cx="2207491" cy="903495"/>
      </dsp:txXfrm>
    </dsp:sp>
    <dsp:sp modelId="{ABF1192B-96EE-4CCE-8B77-68372973C3D0}">
      <dsp:nvSpPr>
        <dsp:cNvPr id="0" name=""/>
        <dsp:cNvSpPr/>
      </dsp:nvSpPr>
      <dsp:spPr>
        <a:xfrm>
          <a:off x="4437830" y="1283034"/>
          <a:ext cx="3036430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smtClean="0"/>
            <a:t>Государственные должности государственной службы</a:t>
          </a:r>
          <a:endParaRPr lang="ru-RU" sz="1600" kern="1200" dirty="0"/>
        </a:p>
      </dsp:txBody>
      <dsp:txXfrm>
        <a:off x="4437830" y="1283034"/>
        <a:ext cx="3036430" cy="903495"/>
      </dsp:txXfrm>
    </dsp:sp>
    <dsp:sp modelId="{DED4F545-FB02-49E5-A805-7E881BAA4C11}">
      <dsp:nvSpPr>
        <dsp:cNvPr id="0" name=""/>
        <dsp:cNvSpPr/>
      </dsp:nvSpPr>
      <dsp:spPr>
        <a:xfrm>
          <a:off x="5196938" y="2565997"/>
          <a:ext cx="2383040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err="1" smtClean="0"/>
            <a:t>Гос</a:t>
          </a:r>
          <a:r>
            <a:rPr lang="ru-RU" sz="1600" i="1" kern="1200" dirty="0" smtClean="0"/>
            <a:t>. должности федеральной государственной службы </a:t>
          </a:r>
          <a:endParaRPr lang="ru-RU" sz="1600" kern="1200" dirty="0"/>
        </a:p>
      </dsp:txBody>
      <dsp:txXfrm>
        <a:off x="5196938" y="2565997"/>
        <a:ext cx="2383040" cy="903495"/>
      </dsp:txXfrm>
    </dsp:sp>
    <dsp:sp modelId="{D2B7FF81-3E6D-42AA-BFB4-22615A05A692}">
      <dsp:nvSpPr>
        <dsp:cNvPr id="0" name=""/>
        <dsp:cNvSpPr/>
      </dsp:nvSpPr>
      <dsp:spPr>
        <a:xfrm>
          <a:off x="5196938" y="3848961"/>
          <a:ext cx="2344750" cy="903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i="1" kern="1200" dirty="0" err="1" smtClean="0"/>
            <a:t>Гос</a:t>
          </a:r>
          <a:r>
            <a:rPr lang="ru-RU" sz="1600" i="1" kern="1200" dirty="0" smtClean="0"/>
            <a:t>. должности гражданской службы субъектов РФ</a:t>
          </a:r>
          <a:endParaRPr lang="ru-RU" sz="1600" kern="1200" dirty="0"/>
        </a:p>
      </dsp:txBody>
      <dsp:txXfrm>
        <a:off x="5196938" y="3848961"/>
        <a:ext cx="2344750" cy="9034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5CCBE-BE7E-4B6C-BD0A-37DBEFF5F391}">
      <dsp:nvSpPr>
        <dsp:cNvPr id="0" name=""/>
        <dsp:cNvSpPr/>
      </dsp:nvSpPr>
      <dsp:spPr>
        <a:xfrm>
          <a:off x="5686665" y="2574836"/>
          <a:ext cx="91440" cy="535795"/>
        </a:xfrm>
        <a:custGeom>
          <a:avLst/>
          <a:gdLst/>
          <a:ahLst/>
          <a:cxnLst/>
          <a:rect l="0" t="0" r="0" b="0"/>
          <a:pathLst>
            <a:path>
              <a:moveTo>
                <a:pt x="50574" y="0"/>
              </a:moveTo>
              <a:lnTo>
                <a:pt x="50574" y="380183"/>
              </a:lnTo>
              <a:lnTo>
                <a:pt x="45720" y="380183"/>
              </a:lnTo>
              <a:lnTo>
                <a:pt x="45720" y="53579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36201-139D-4E7F-AAB6-AEC24EBF9ACE}">
      <dsp:nvSpPr>
        <dsp:cNvPr id="0" name=""/>
        <dsp:cNvSpPr/>
      </dsp:nvSpPr>
      <dsp:spPr>
        <a:xfrm>
          <a:off x="3771206" y="1066916"/>
          <a:ext cx="1966033" cy="441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656"/>
              </a:lnTo>
              <a:lnTo>
                <a:pt x="1966033" y="285656"/>
              </a:lnTo>
              <a:lnTo>
                <a:pt x="1966033" y="4412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385E30-82FB-49A9-B773-A345D9F293A4}">
      <dsp:nvSpPr>
        <dsp:cNvPr id="0" name=""/>
        <dsp:cNvSpPr/>
      </dsp:nvSpPr>
      <dsp:spPr>
        <a:xfrm>
          <a:off x="1731233" y="2622100"/>
          <a:ext cx="91440" cy="516796"/>
        </a:xfrm>
        <a:custGeom>
          <a:avLst/>
          <a:gdLst/>
          <a:ahLst/>
          <a:cxnLst/>
          <a:rect l="0" t="0" r="0" b="0"/>
          <a:pathLst>
            <a:path>
              <a:moveTo>
                <a:pt x="78794" y="0"/>
              </a:moveTo>
              <a:lnTo>
                <a:pt x="78794" y="361185"/>
              </a:lnTo>
              <a:lnTo>
                <a:pt x="45720" y="361185"/>
              </a:lnTo>
              <a:lnTo>
                <a:pt x="45720" y="51679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56A14-C17B-4A59-BD8A-7018C5C620E3}">
      <dsp:nvSpPr>
        <dsp:cNvPr id="0" name=""/>
        <dsp:cNvSpPr/>
      </dsp:nvSpPr>
      <dsp:spPr>
        <a:xfrm>
          <a:off x="1810027" y="1066916"/>
          <a:ext cx="1961178" cy="488531"/>
        </a:xfrm>
        <a:custGeom>
          <a:avLst/>
          <a:gdLst/>
          <a:ahLst/>
          <a:cxnLst/>
          <a:rect l="0" t="0" r="0" b="0"/>
          <a:pathLst>
            <a:path>
              <a:moveTo>
                <a:pt x="1961178" y="0"/>
              </a:moveTo>
              <a:lnTo>
                <a:pt x="1961178" y="332920"/>
              </a:lnTo>
              <a:lnTo>
                <a:pt x="0" y="332920"/>
              </a:lnTo>
              <a:lnTo>
                <a:pt x="0" y="48853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8DEE5A-A7E7-4EFF-928C-2E02FAA82950}">
      <dsp:nvSpPr>
        <dsp:cNvPr id="0" name=""/>
        <dsp:cNvSpPr/>
      </dsp:nvSpPr>
      <dsp:spPr>
        <a:xfrm>
          <a:off x="2297128" y="265"/>
          <a:ext cx="2948157" cy="1066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E4965-749A-4EFB-8E53-97B2B8F2D1A7}">
      <dsp:nvSpPr>
        <dsp:cNvPr id="0" name=""/>
        <dsp:cNvSpPr/>
      </dsp:nvSpPr>
      <dsp:spPr>
        <a:xfrm>
          <a:off x="2483768" y="177574"/>
          <a:ext cx="2948157" cy="1066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Классификация должностей гражданской службы</a:t>
          </a:r>
          <a:endParaRPr lang="ru-RU" sz="1600" b="1" kern="1200" dirty="0"/>
        </a:p>
      </dsp:txBody>
      <dsp:txXfrm>
        <a:off x="2515009" y="208815"/>
        <a:ext cx="2885675" cy="1004169"/>
      </dsp:txXfrm>
    </dsp:sp>
    <dsp:sp modelId="{3EC5D7B4-EDF7-4DC7-9026-A32B2C7FEEB9}">
      <dsp:nvSpPr>
        <dsp:cNvPr id="0" name=""/>
        <dsp:cNvSpPr/>
      </dsp:nvSpPr>
      <dsp:spPr>
        <a:xfrm>
          <a:off x="970144" y="1555448"/>
          <a:ext cx="1679765" cy="1066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686E8-AA30-4538-8FD8-68635F990A40}">
      <dsp:nvSpPr>
        <dsp:cNvPr id="0" name=""/>
        <dsp:cNvSpPr/>
      </dsp:nvSpPr>
      <dsp:spPr>
        <a:xfrm>
          <a:off x="1156785" y="1732757"/>
          <a:ext cx="1679765" cy="1066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Категории</a:t>
          </a:r>
          <a:endParaRPr lang="ru-RU" sz="1600" b="1" kern="1200" dirty="0"/>
        </a:p>
      </dsp:txBody>
      <dsp:txXfrm>
        <a:off x="1188026" y="1763998"/>
        <a:ext cx="1617283" cy="1004169"/>
      </dsp:txXfrm>
    </dsp:sp>
    <dsp:sp modelId="{D679732A-2B2D-4CB7-A5B8-413F373DE168}">
      <dsp:nvSpPr>
        <dsp:cNvPr id="0" name=""/>
        <dsp:cNvSpPr/>
      </dsp:nvSpPr>
      <dsp:spPr>
        <a:xfrm>
          <a:off x="62323" y="3138897"/>
          <a:ext cx="3429258" cy="15083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C72F6-7FB6-4618-B2C8-21B1DF1F851A}">
      <dsp:nvSpPr>
        <dsp:cNvPr id="0" name=""/>
        <dsp:cNvSpPr/>
      </dsp:nvSpPr>
      <dsp:spPr>
        <a:xfrm>
          <a:off x="248964" y="3316205"/>
          <a:ext cx="3429258" cy="1508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Руководители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Помощники (советники)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Специалисты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Обеспечивающие специалисты</a:t>
          </a:r>
          <a:endParaRPr lang="ru-RU" sz="1400" b="1" kern="1200" dirty="0"/>
        </a:p>
      </dsp:txBody>
      <dsp:txXfrm>
        <a:off x="293141" y="3360382"/>
        <a:ext cx="3340904" cy="1419976"/>
      </dsp:txXfrm>
    </dsp:sp>
    <dsp:sp modelId="{8E8D4359-AB16-40C3-A25D-B494A7754B30}">
      <dsp:nvSpPr>
        <dsp:cNvPr id="0" name=""/>
        <dsp:cNvSpPr/>
      </dsp:nvSpPr>
      <dsp:spPr>
        <a:xfrm>
          <a:off x="4897357" y="1508185"/>
          <a:ext cx="1679765" cy="10666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FC46F-399D-4F7F-892B-9E16FD367541}">
      <dsp:nvSpPr>
        <dsp:cNvPr id="0" name=""/>
        <dsp:cNvSpPr/>
      </dsp:nvSpPr>
      <dsp:spPr>
        <a:xfrm>
          <a:off x="5083998" y="1685494"/>
          <a:ext cx="1679765" cy="1066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Группы</a:t>
          </a:r>
          <a:endParaRPr lang="ru-RU" sz="1600" b="1" kern="1200" dirty="0"/>
        </a:p>
      </dsp:txBody>
      <dsp:txXfrm>
        <a:off x="5115239" y="1716735"/>
        <a:ext cx="1617283" cy="1004169"/>
      </dsp:txXfrm>
    </dsp:sp>
    <dsp:sp modelId="{0DDDCFAC-7F95-496D-A61C-A2DE421E62D1}">
      <dsp:nvSpPr>
        <dsp:cNvPr id="0" name=""/>
        <dsp:cNvSpPr/>
      </dsp:nvSpPr>
      <dsp:spPr>
        <a:xfrm>
          <a:off x="3897938" y="3110631"/>
          <a:ext cx="3668894" cy="1536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DDC07-C776-4581-9403-104A63428B79}">
      <dsp:nvSpPr>
        <dsp:cNvPr id="0" name=""/>
        <dsp:cNvSpPr/>
      </dsp:nvSpPr>
      <dsp:spPr>
        <a:xfrm>
          <a:off x="4084579" y="3287940"/>
          <a:ext cx="3668894" cy="15363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Высшие должности гражданской службы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Главные должности гражданской службы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Ведущие должности гражданской службы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Старшие должности гражданской службы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Младшие должности гражданской службы</a:t>
          </a:r>
          <a:endParaRPr lang="ru-RU" sz="1400" b="1" kern="1200" dirty="0"/>
        </a:p>
      </dsp:txBody>
      <dsp:txXfrm>
        <a:off x="4129577" y="3332938"/>
        <a:ext cx="3578898" cy="14463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5EC8D-8C79-4E69-880B-CAEA67BFECD0}">
      <dsp:nvSpPr>
        <dsp:cNvPr id="0" name=""/>
        <dsp:cNvSpPr/>
      </dsp:nvSpPr>
      <dsp:spPr>
        <a:xfrm>
          <a:off x="480613" y="947763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 dirty="0"/>
        </a:p>
      </dsp:txBody>
      <dsp:txXfrm>
        <a:off x="624582" y="947763"/>
        <a:ext cx="755832" cy="600167"/>
      </dsp:txXfrm>
    </dsp:sp>
    <dsp:sp modelId="{01355268-B4EB-4177-A5C2-9F929D8D2CF9}">
      <dsp:nvSpPr>
        <dsp:cNvPr id="0" name=""/>
        <dsp:cNvSpPr/>
      </dsp:nvSpPr>
      <dsp:spPr>
        <a:xfrm>
          <a:off x="480613" y="1547930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Высшая</a:t>
          </a:r>
          <a:endParaRPr lang="ru-RU" sz="1400" b="1" kern="1200" dirty="0"/>
        </a:p>
      </dsp:txBody>
      <dsp:txXfrm>
        <a:off x="624582" y="1547930"/>
        <a:ext cx="755832" cy="600167"/>
      </dsp:txXfrm>
    </dsp:sp>
    <dsp:sp modelId="{990B0A3F-2EAE-4558-B917-6712376FE3B9}">
      <dsp:nvSpPr>
        <dsp:cNvPr id="0" name=""/>
        <dsp:cNvSpPr/>
      </dsp:nvSpPr>
      <dsp:spPr>
        <a:xfrm>
          <a:off x="480613" y="2148098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Главная</a:t>
          </a:r>
          <a:endParaRPr lang="ru-RU" sz="1400" b="1" kern="1200" dirty="0"/>
        </a:p>
      </dsp:txBody>
      <dsp:txXfrm>
        <a:off x="624582" y="2148098"/>
        <a:ext cx="755832" cy="600167"/>
      </dsp:txXfrm>
    </dsp:sp>
    <dsp:sp modelId="{65D1467E-1E5B-40BC-871F-3CBCA6021459}">
      <dsp:nvSpPr>
        <dsp:cNvPr id="0" name=""/>
        <dsp:cNvSpPr/>
      </dsp:nvSpPr>
      <dsp:spPr>
        <a:xfrm>
          <a:off x="480613" y="2748265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Ведущая</a:t>
          </a:r>
          <a:endParaRPr lang="ru-RU" sz="1300" b="1" kern="1200" dirty="0"/>
        </a:p>
      </dsp:txBody>
      <dsp:txXfrm>
        <a:off x="624582" y="2748265"/>
        <a:ext cx="755832" cy="600167"/>
      </dsp:txXfrm>
    </dsp:sp>
    <dsp:sp modelId="{8A1C749A-ED0C-41DF-B402-F493E86582C4}">
      <dsp:nvSpPr>
        <dsp:cNvPr id="0" name=""/>
        <dsp:cNvSpPr/>
      </dsp:nvSpPr>
      <dsp:spPr>
        <a:xfrm>
          <a:off x="480613" y="3348432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624582" y="3348432"/>
        <a:ext cx="755832" cy="600167"/>
      </dsp:txXfrm>
    </dsp:sp>
    <dsp:sp modelId="{9AFE3C3B-7AEB-4FFC-9744-4258EC0A9596}">
      <dsp:nvSpPr>
        <dsp:cNvPr id="0" name=""/>
        <dsp:cNvSpPr/>
      </dsp:nvSpPr>
      <dsp:spPr>
        <a:xfrm>
          <a:off x="480613" y="3948600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624582" y="3948600"/>
        <a:ext cx="755832" cy="600167"/>
      </dsp:txXfrm>
    </dsp:sp>
    <dsp:sp modelId="{072A7099-913B-497C-B8DE-7E6AFEEBA22D}">
      <dsp:nvSpPr>
        <dsp:cNvPr id="0" name=""/>
        <dsp:cNvSpPr/>
      </dsp:nvSpPr>
      <dsp:spPr>
        <a:xfrm>
          <a:off x="720" y="707816"/>
          <a:ext cx="1876175" cy="10073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Руководители</a:t>
          </a:r>
          <a:endParaRPr lang="ru-RU" sz="1600" b="1" kern="1200" dirty="0"/>
        </a:p>
      </dsp:txBody>
      <dsp:txXfrm>
        <a:off x="275479" y="855344"/>
        <a:ext cx="1326657" cy="712331"/>
      </dsp:txXfrm>
    </dsp:sp>
    <dsp:sp modelId="{D6C353DE-BB73-4626-ADEA-67B8171A9822}">
      <dsp:nvSpPr>
        <dsp:cNvPr id="0" name=""/>
        <dsp:cNvSpPr/>
      </dsp:nvSpPr>
      <dsp:spPr>
        <a:xfrm>
          <a:off x="3256590" y="947763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/>
            <a:t> 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 dirty="0"/>
        </a:p>
      </dsp:txBody>
      <dsp:txXfrm>
        <a:off x="3400558" y="947763"/>
        <a:ext cx="755832" cy="600167"/>
      </dsp:txXfrm>
    </dsp:sp>
    <dsp:sp modelId="{56010E03-0A5E-4A18-BDD5-4FAF5EED298B}">
      <dsp:nvSpPr>
        <dsp:cNvPr id="0" name=""/>
        <dsp:cNvSpPr/>
      </dsp:nvSpPr>
      <dsp:spPr>
        <a:xfrm>
          <a:off x="3256590" y="1547930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Высшая</a:t>
          </a:r>
          <a:endParaRPr lang="ru-RU" sz="1400" b="1" kern="1200" dirty="0"/>
        </a:p>
      </dsp:txBody>
      <dsp:txXfrm>
        <a:off x="3400558" y="1547930"/>
        <a:ext cx="755832" cy="600167"/>
      </dsp:txXfrm>
    </dsp:sp>
    <dsp:sp modelId="{E74D335C-00DA-479D-96CA-59BBAA76A789}">
      <dsp:nvSpPr>
        <dsp:cNvPr id="0" name=""/>
        <dsp:cNvSpPr/>
      </dsp:nvSpPr>
      <dsp:spPr>
        <a:xfrm>
          <a:off x="3256590" y="2148098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/>
            <a:t>Главная</a:t>
          </a:r>
          <a:endParaRPr lang="ru-RU" sz="1400" b="1" kern="1200" dirty="0"/>
        </a:p>
      </dsp:txBody>
      <dsp:txXfrm>
        <a:off x="3400558" y="2148098"/>
        <a:ext cx="755832" cy="600167"/>
      </dsp:txXfrm>
    </dsp:sp>
    <dsp:sp modelId="{5656E1E6-725E-4F08-B845-5E2826D8DC9C}">
      <dsp:nvSpPr>
        <dsp:cNvPr id="0" name=""/>
        <dsp:cNvSpPr/>
      </dsp:nvSpPr>
      <dsp:spPr>
        <a:xfrm>
          <a:off x="3256590" y="2748265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Ведущая</a:t>
          </a:r>
          <a:endParaRPr lang="ru-RU" sz="1300" b="1" kern="1200" dirty="0"/>
        </a:p>
      </dsp:txBody>
      <dsp:txXfrm>
        <a:off x="3400558" y="2748265"/>
        <a:ext cx="755832" cy="600167"/>
      </dsp:txXfrm>
    </dsp:sp>
    <dsp:sp modelId="{787BA9C3-15D2-49E3-8F8D-6ECD2E7BA71F}">
      <dsp:nvSpPr>
        <dsp:cNvPr id="0" name=""/>
        <dsp:cNvSpPr/>
      </dsp:nvSpPr>
      <dsp:spPr>
        <a:xfrm>
          <a:off x="3256590" y="3348432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3400558" y="3348432"/>
        <a:ext cx="755832" cy="600167"/>
      </dsp:txXfrm>
    </dsp:sp>
    <dsp:sp modelId="{26BC26A7-8DCF-4FB5-824C-7A76D547165F}">
      <dsp:nvSpPr>
        <dsp:cNvPr id="0" name=""/>
        <dsp:cNvSpPr/>
      </dsp:nvSpPr>
      <dsp:spPr>
        <a:xfrm>
          <a:off x="3256590" y="3948600"/>
          <a:ext cx="899801" cy="6001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3400558" y="3948600"/>
        <a:ext cx="755832" cy="600167"/>
      </dsp:txXfrm>
    </dsp:sp>
    <dsp:sp modelId="{C6B5C4CF-7451-4A1D-AC53-026134F7F366}">
      <dsp:nvSpPr>
        <dsp:cNvPr id="0" name=""/>
        <dsp:cNvSpPr/>
      </dsp:nvSpPr>
      <dsp:spPr>
        <a:xfrm>
          <a:off x="2747971" y="706580"/>
          <a:ext cx="1975111" cy="10049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Помощники (советники)</a:t>
          </a:r>
          <a:endParaRPr lang="ru-RU" sz="1600" b="1" kern="1200" dirty="0"/>
        </a:p>
      </dsp:txBody>
      <dsp:txXfrm>
        <a:off x="3037219" y="853746"/>
        <a:ext cx="1396615" cy="7105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5EC8D-8C79-4E69-880B-CAEA67BFECD0}">
      <dsp:nvSpPr>
        <dsp:cNvPr id="0" name=""/>
        <dsp:cNvSpPr/>
      </dsp:nvSpPr>
      <dsp:spPr>
        <a:xfrm>
          <a:off x="1749681" y="330161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6248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900" kern="1200" dirty="0"/>
        </a:p>
      </dsp:txBody>
      <dsp:txXfrm>
        <a:off x="1946559" y="330161"/>
        <a:ext cx="1033605" cy="820731"/>
      </dsp:txXfrm>
    </dsp:sp>
    <dsp:sp modelId="{01355268-B4EB-4177-A5C2-9F929D8D2CF9}">
      <dsp:nvSpPr>
        <dsp:cNvPr id="0" name=""/>
        <dsp:cNvSpPr/>
      </dsp:nvSpPr>
      <dsp:spPr>
        <a:xfrm>
          <a:off x="1749681" y="1150892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Высшая</a:t>
          </a:r>
          <a:endParaRPr lang="ru-RU" sz="1600" b="1" kern="1200" dirty="0"/>
        </a:p>
      </dsp:txBody>
      <dsp:txXfrm>
        <a:off x="1946559" y="1150892"/>
        <a:ext cx="1033605" cy="820731"/>
      </dsp:txXfrm>
    </dsp:sp>
    <dsp:sp modelId="{990B0A3F-2EAE-4558-B917-6712376FE3B9}">
      <dsp:nvSpPr>
        <dsp:cNvPr id="0" name=""/>
        <dsp:cNvSpPr/>
      </dsp:nvSpPr>
      <dsp:spPr>
        <a:xfrm>
          <a:off x="1749681" y="1971624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Главная</a:t>
          </a:r>
          <a:endParaRPr lang="ru-RU" sz="1600" b="1" kern="1200" dirty="0"/>
        </a:p>
      </dsp:txBody>
      <dsp:txXfrm>
        <a:off x="1946559" y="1971624"/>
        <a:ext cx="1033605" cy="820731"/>
      </dsp:txXfrm>
    </dsp:sp>
    <dsp:sp modelId="{65D1467E-1E5B-40BC-871F-3CBCA6021459}">
      <dsp:nvSpPr>
        <dsp:cNvPr id="0" name=""/>
        <dsp:cNvSpPr/>
      </dsp:nvSpPr>
      <dsp:spPr>
        <a:xfrm>
          <a:off x="1749681" y="2792356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Ведущая</a:t>
          </a:r>
          <a:endParaRPr lang="ru-RU" sz="1600" b="1" kern="1200" dirty="0"/>
        </a:p>
      </dsp:txBody>
      <dsp:txXfrm>
        <a:off x="1946559" y="2792356"/>
        <a:ext cx="1033605" cy="820731"/>
      </dsp:txXfrm>
    </dsp:sp>
    <dsp:sp modelId="{8A1C749A-ED0C-41DF-B402-F493E86582C4}">
      <dsp:nvSpPr>
        <dsp:cNvPr id="0" name=""/>
        <dsp:cNvSpPr/>
      </dsp:nvSpPr>
      <dsp:spPr>
        <a:xfrm>
          <a:off x="1749681" y="3613088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Старшая</a:t>
          </a:r>
        </a:p>
      </dsp:txBody>
      <dsp:txXfrm>
        <a:off x="1946559" y="3613088"/>
        <a:ext cx="1033605" cy="820731"/>
      </dsp:txXfrm>
    </dsp:sp>
    <dsp:sp modelId="{9AFE3C3B-7AEB-4FFC-9744-4258EC0A9596}">
      <dsp:nvSpPr>
        <dsp:cNvPr id="0" name=""/>
        <dsp:cNvSpPr/>
      </dsp:nvSpPr>
      <dsp:spPr>
        <a:xfrm>
          <a:off x="1749681" y="4433819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6248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900" kern="1200" dirty="0"/>
        </a:p>
      </dsp:txBody>
      <dsp:txXfrm>
        <a:off x="1946559" y="4433819"/>
        <a:ext cx="1033605" cy="820731"/>
      </dsp:txXfrm>
    </dsp:sp>
    <dsp:sp modelId="{072A7099-913B-497C-B8DE-7E6AFEEBA22D}">
      <dsp:nvSpPr>
        <dsp:cNvPr id="0" name=""/>
        <dsp:cNvSpPr/>
      </dsp:nvSpPr>
      <dsp:spPr>
        <a:xfrm>
          <a:off x="1093424" y="2032"/>
          <a:ext cx="2565678" cy="13776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/>
            <a:t>Специалисты</a:t>
          </a:r>
          <a:endParaRPr lang="ru-RU" sz="2400" b="1" kern="1200" dirty="0"/>
        </a:p>
      </dsp:txBody>
      <dsp:txXfrm>
        <a:off x="1469159" y="203778"/>
        <a:ext cx="1814208" cy="9741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5EC8D-8C79-4E69-880B-CAEA67BFECD0}">
      <dsp:nvSpPr>
        <dsp:cNvPr id="0" name=""/>
        <dsp:cNvSpPr/>
      </dsp:nvSpPr>
      <dsp:spPr>
        <a:xfrm>
          <a:off x="1749681" y="330161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6248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900" kern="1200" dirty="0"/>
        </a:p>
      </dsp:txBody>
      <dsp:txXfrm>
        <a:off x="1946559" y="330161"/>
        <a:ext cx="1033605" cy="820731"/>
      </dsp:txXfrm>
    </dsp:sp>
    <dsp:sp modelId="{01355268-B4EB-4177-A5C2-9F929D8D2CF9}">
      <dsp:nvSpPr>
        <dsp:cNvPr id="0" name=""/>
        <dsp:cNvSpPr/>
      </dsp:nvSpPr>
      <dsp:spPr>
        <a:xfrm>
          <a:off x="1749681" y="1150892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400" b="1" kern="1200" dirty="0"/>
        </a:p>
      </dsp:txBody>
      <dsp:txXfrm>
        <a:off x="1946559" y="1150892"/>
        <a:ext cx="1033605" cy="820731"/>
      </dsp:txXfrm>
    </dsp:sp>
    <dsp:sp modelId="{990B0A3F-2EAE-4558-B917-6712376FE3B9}">
      <dsp:nvSpPr>
        <dsp:cNvPr id="0" name=""/>
        <dsp:cNvSpPr/>
      </dsp:nvSpPr>
      <dsp:spPr>
        <a:xfrm>
          <a:off x="1749681" y="1971624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Главная</a:t>
          </a:r>
          <a:endParaRPr lang="ru-RU" sz="1600" b="1" kern="1200" dirty="0"/>
        </a:p>
      </dsp:txBody>
      <dsp:txXfrm>
        <a:off x="1946559" y="1971624"/>
        <a:ext cx="1033605" cy="820731"/>
      </dsp:txXfrm>
    </dsp:sp>
    <dsp:sp modelId="{65D1467E-1E5B-40BC-871F-3CBCA6021459}">
      <dsp:nvSpPr>
        <dsp:cNvPr id="0" name=""/>
        <dsp:cNvSpPr/>
      </dsp:nvSpPr>
      <dsp:spPr>
        <a:xfrm>
          <a:off x="1749681" y="2792356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Ведущая</a:t>
          </a:r>
          <a:endParaRPr lang="ru-RU" sz="1600" b="1" kern="1200" dirty="0"/>
        </a:p>
      </dsp:txBody>
      <dsp:txXfrm>
        <a:off x="1946559" y="2792356"/>
        <a:ext cx="1033605" cy="820731"/>
      </dsp:txXfrm>
    </dsp:sp>
    <dsp:sp modelId="{8A1C749A-ED0C-41DF-B402-F493E86582C4}">
      <dsp:nvSpPr>
        <dsp:cNvPr id="0" name=""/>
        <dsp:cNvSpPr/>
      </dsp:nvSpPr>
      <dsp:spPr>
        <a:xfrm>
          <a:off x="1749681" y="3613088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Старшая</a:t>
          </a:r>
        </a:p>
      </dsp:txBody>
      <dsp:txXfrm>
        <a:off x="1946559" y="3613088"/>
        <a:ext cx="1033605" cy="820731"/>
      </dsp:txXfrm>
    </dsp:sp>
    <dsp:sp modelId="{9AFE3C3B-7AEB-4FFC-9744-4258EC0A9596}">
      <dsp:nvSpPr>
        <dsp:cNvPr id="0" name=""/>
        <dsp:cNvSpPr/>
      </dsp:nvSpPr>
      <dsp:spPr>
        <a:xfrm>
          <a:off x="1749681" y="4433819"/>
          <a:ext cx="1230482" cy="8207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kern="1200" dirty="0" smtClean="0"/>
            <a:t>Младшая</a:t>
          </a:r>
          <a:endParaRPr lang="ru-RU" sz="1600" b="1" kern="1200" dirty="0"/>
        </a:p>
      </dsp:txBody>
      <dsp:txXfrm>
        <a:off x="1946559" y="4433819"/>
        <a:ext cx="1033605" cy="820731"/>
      </dsp:txXfrm>
    </dsp:sp>
    <dsp:sp modelId="{072A7099-913B-497C-B8DE-7E6AFEEBA22D}">
      <dsp:nvSpPr>
        <dsp:cNvPr id="0" name=""/>
        <dsp:cNvSpPr/>
      </dsp:nvSpPr>
      <dsp:spPr>
        <a:xfrm>
          <a:off x="1093424" y="2032"/>
          <a:ext cx="2565678" cy="13776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/>
            <a:t>Обеспечивающие специалисты</a:t>
          </a:r>
          <a:endParaRPr lang="ru-RU" sz="1700" b="1" kern="1200" dirty="0"/>
        </a:p>
      </dsp:txBody>
      <dsp:txXfrm>
        <a:off x="1469159" y="203778"/>
        <a:ext cx="1814208" cy="9741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D9446-3932-4B91-B1CD-DEF1D73DEB3C}">
      <dsp:nvSpPr>
        <dsp:cNvPr id="0" name=""/>
        <dsp:cNvSpPr/>
      </dsp:nvSpPr>
      <dsp:spPr>
        <a:xfrm>
          <a:off x="2052228" y="684471"/>
          <a:ext cx="935491" cy="287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620"/>
              </a:lnTo>
              <a:lnTo>
                <a:pt x="935491" y="143620"/>
              </a:lnTo>
              <a:lnTo>
                <a:pt x="935491" y="2872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6A5447-0B9B-458F-8C27-9D887A479F39}">
      <dsp:nvSpPr>
        <dsp:cNvPr id="0" name=""/>
        <dsp:cNvSpPr/>
      </dsp:nvSpPr>
      <dsp:spPr>
        <a:xfrm>
          <a:off x="1080748" y="684471"/>
          <a:ext cx="971479" cy="287241"/>
        </a:xfrm>
        <a:custGeom>
          <a:avLst/>
          <a:gdLst/>
          <a:ahLst/>
          <a:cxnLst/>
          <a:rect l="0" t="0" r="0" b="0"/>
          <a:pathLst>
            <a:path>
              <a:moveTo>
                <a:pt x="971479" y="0"/>
              </a:moveTo>
              <a:lnTo>
                <a:pt x="971479" y="143620"/>
              </a:lnTo>
              <a:lnTo>
                <a:pt x="0" y="143620"/>
              </a:lnTo>
              <a:lnTo>
                <a:pt x="0" y="2872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91A6C-67CF-42D7-A122-55DA8403CF8B}">
      <dsp:nvSpPr>
        <dsp:cNvPr id="0" name=""/>
        <dsp:cNvSpPr/>
      </dsp:nvSpPr>
      <dsp:spPr>
        <a:xfrm>
          <a:off x="806180" y="562"/>
          <a:ext cx="2492095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 dirty="0" smtClean="0"/>
            <a:t>Классный чин</a:t>
          </a:r>
          <a:endParaRPr lang="ru-RU" sz="2500" b="1" kern="1200" dirty="0"/>
        </a:p>
      </dsp:txBody>
      <dsp:txXfrm>
        <a:off x="806180" y="562"/>
        <a:ext cx="2492095" cy="683908"/>
      </dsp:txXfrm>
    </dsp:sp>
    <dsp:sp modelId="{BF21EC9D-3460-446B-9FD2-CD0A8BD440F4}">
      <dsp:nvSpPr>
        <dsp:cNvPr id="0" name=""/>
        <dsp:cNvSpPr/>
      </dsp:nvSpPr>
      <dsp:spPr>
        <a:xfrm>
          <a:off x="288878" y="971712"/>
          <a:ext cx="1583741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Первый</a:t>
          </a:r>
          <a:endParaRPr lang="ru-RU" sz="2500" kern="1200" dirty="0"/>
        </a:p>
      </dsp:txBody>
      <dsp:txXfrm>
        <a:off x="288878" y="971712"/>
        <a:ext cx="1583741" cy="683908"/>
      </dsp:txXfrm>
    </dsp:sp>
    <dsp:sp modelId="{2557B927-31D1-4741-B551-B8BC6D8B237F}">
      <dsp:nvSpPr>
        <dsp:cNvPr id="0" name=""/>
        <dsp:cNvSpPr/>
      </dsp:nvSpPr>
      <dsp:spPr>
        <a:xfrm>
          <a:off x="2159861" y="971712"/>
          <a:ext cx="1655716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Очередной</a:t>
          </a:r>
          <a:endParaRPr lang="ru-RU" sz="2500" kern="1200" dirty="0"/>
        </a:p>
      </dsp:txBody>
      <dsp:txXfrm>
        <a:off x="2159861" y="971712"/>
        <a:ext cx="1655716" cy="6839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D9446-3932-4B91-B1CD-DEF1D73DEB3C}">
      <dsp:nvSpPr>
        <dsp:cNvPr id="0" name=""/>
        <dsp:cNvSpPr/>
      </dsp:nvSpPr>
      <dsp:spPr>
        <a:xfrm>
          <a:off x="2052228" y="684471"/>
          <a:ext cx="935491" cy="287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620"/>
              </a:lnTo>
              <a:lnTo>
                <a:pt x="935491" y="143620"/>
              </a:lnTo>
              <a:lnTo>
                <a:pt x="935491" y="2872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6A5447-0B9B-458F-8C27-9D887A479F39}">
      <dsp:nvSpPr>
        <dsp:cNvPr id="0" name=""/>
        <dsp:cNvSpPr/>
      </dsp:nvSpPr>
      <dsp:spPr>
        <a:xfrm>
          <a:off x="1080748" y="684471"/>
          <a:ext cx="971479" cy="287241"/>
        </a:xfrm>
        <a:custGeom>
          <a:avLst/>
          <a:gdLst/>
          <a:ahLst/>
          <a:cxnLst/>
          <a:rect l="0" t="0" r="0" b="0"/>
          <a:pathLst>
            <a:path>
              <a:moveTo>
                <a:pt x="971479" y="0"/>
              </a:moveTo>
              <a:lnTo>
                <a:pt x="971479" y="143620"/>
              </a:lnTo>
              <a:lnTo>
                <a:pt x="0" y="143620"/>
              </a:lnTo>
              <a:lnTo>
                <a:pt x="0" y="2872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91A6C-67CF-42D7-A122-55DA8403CF8B}">
      <dsp:nvSpPr>
        <dsp:cNvPr id="0" name=""/>
        <dsp:cNvSpPr/>
      </dsp:nvSpPr>
      <dsp:spPr>
        <a:xfrm>
          <a:off x="806180" y="562"/>
          <a:ext cx="2492095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b="1" kern="1200" dirty="0" smtClean="0"/>
            <a:t>Классный чин</a:t>
          </a:r>
          <a:endParaRPr lang="ru-RU" sz="2500" b="1" kern="1200" dirty="0"/>
        </a:p>
      </dsp:txBody>
      <dsp:txXfrm>
        <a:off x="806180" y="562"/>
        <a:ext cx="2492095" cy="683908"/>
      </dsp:txXfrm>
    </dsp:sp>
    <dsp:sp modelId="{BF21EC9D-3460-446B-9FD2-CD0A8BD440F4}">
      <dsp:nvSpPr>
        <dsp:cNvPr id="0" name=""/>
        <dsp:cNvSpPr/>
      </dsp:nvSpPr>
      <dsp:spPr>
        <a:xfrm>
          <a:off x="288878" y="971712"/>
          <a:ext cx="1583741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Первый</a:t>
          </a:r>
          <a:endParaRPr lang="ru-RU" sz="2500" kern="1200" dirty="0"/>
        </a:p>
      </dsp:txBody>
      <dsp:txXfrm>
        <a:off x="288878" y="971712"/>
        <a:ext cx="1583741" cy="683908"/>
      </dsp:txXfrm>
    </dsp:sp>
    <dsp:sp modelId="{2557B927-31D1-4741-B551-B8BC6D8B237F}">
      <dsp:nvSpPr>
        <dsp:cNvPr id="0" name=""/>
        <dsp:cNvSpPr/>
      </dsp:nvSpPr>
      <dsp:spPr>
        <a:xfrm>
          <a:off x="2159861" y="971712"/>
          <a:ext cx="1655716" cy="6839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Очередной</a:t>
          </a:r>
          <a:endParaRPr lang="ru-RU" sz="2500" kern="1200" dirty="0"/>
        </a:p>
      </dsp:txBody>
      <dsp:txXfrm>
        <a:off x="2159861" y="971712"/>
        <a:ext cx="1655716" cy="6839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9AF67-514F-4339-87E9-8581D72E10D3}">
      <dsp:nvSpPr>
        <dsp:cNvPr id="0" name=""/>
        <dsp:cNvSpPr/>
      </dsp:nvSpPr>
      <dsp:spPr>
        <a:xfrm>
          <a:off x="4105973" y="76"/>
          <a:ext cx="982265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Права</a:t>
          </a:r>
          <a:endParaRPr lang="ru-RU" sz="1800" kern="1200" dirty="0"/>
        </a:p>
      </dsp:txBody>
      <dsp:txXfrm>
        <a:off x="4137141" y="31244"/>
        <a:ext cx="919929" cy="576136"/>
      </dsp:txXfrm>
    </dsp:sp>
    <dsp:sp modelId="{8A0375AC-AA94-4E54-A77E-7252A4C348AA}">
      <dsp:nvSpPr>
        <dsp:cNvPr id="0" name=""/>
        <dsp:cNvSpPr/>
      </dsp:nvSpPr>
      <dsp:spPr>
        <a:xfrm>
          <a:off x="2380363" y="319312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2714959" y="56712"/>
              </a:moveTo>
              <a:arcTo wR="2216743" hR="2216743" stAng="16979295" swAng="110942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F0AD78-362F-44A9-BE26-F927B9912FDE}">
      <dsp:nvSpPr>
        <dsp:cNvPr id="0" name=""/>
        <dsp:cNvSpPr/>
      </dsp:nvSpPr>
      <dsp:spPr>
        <a:xfrm>
          <a:off x="5045967" y="649345"/>
          <a:ext cx="2237227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Обязанности</a:t>
          </a:r>
          <a:endParaRPr lang="ru-RU" sz="1800" kern="1200" dirty="0"/>
        </a:p>
      </dsp:txBody>
      <dsp:txXfrm>
        <a:off x="5077135" y="680513"/>
        <a:ext cx="2174891" cy="576136"/>
      </dsp:txXfrm>
    </dsp:sp>
    <dsp:sp modelId="{FF14B647-8517-4EEF-A30A-E16A962D6FFA}">
      <dsp:nvSpPr>
        <dsp:cNvPr id="0" name=""/>
        <dsp:cNvSpPr/>
      </dsp:nvSpPr>
      <dsp:spPr>
        <a:xfrm>
          <a:off x="2380363" y="319312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4054237" y="976756"/>
              </a:moveTo>
              <a:arcTo wR="2216743" hR="2216743" stAng="19559253" swAng="152848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FC42A4-04A7-4098-A5B9-0DB7172B7750}">
      <dsp:nvSpPr>
        <dsp:cNvPr id="0" name=""/>
        <dsp:cNvSpPr/>
      </dsp:nvSpPr>
      <dsp:spPr>
        <a:xfrm>
          <a:off x="5984464" y="2216819"/>
          <a:ext cx="1658771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Ограничения</a:t>
          </a:r>
          <a:endParaRPr lang="ru-RU" sz="1800" kern="1200" dirty="0"/>
        </a:p>
      </dsp:txBody>
      <dsp:txXfrm>
        <a:off x="6015632" y="2247987"/>
        <a:ext cx="1596435" cy="576136"/>
      </dsp:txXfrm>
    </dsp:sp>
    <dsp:sp modelId="{800E468A-D55B-4470-B1D0-B47248E66B77}">
      <dsp:nvSpPr>
        <dsp:cNvPr id="0" name=""/>
        <dsp:cNvSpPr/>
      </dsp:nvSpPr>
      <dsp:spPr>
        <a:xfrm>
          <a:off x="2370353" y="397932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4419532" y="2465076"/>
              </a:moveTo>
              <a:arcTo wR="2216743" hR="2216743" stAng="385927" swAng="118617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33DEE-B0DF-47E1-933D-B3496050DEEF}">
      <dsp:nvSpPr>
        <dsp:cNvPr id="0" name=""/>
        <dsp:cNvSpPr/>
      </dsp:nvSpPr>
      <dsp:spPr>
        <a:xfrm>
          <a:off x="5508103" y="3600399"/>
          <a:ext cx="1711381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Запреты</a:t>
          </a:r>
          <a:endParaRPr lang="ru-RU" sz="1800" kern="1200" dirty="0"/>
        </a:p>
      </dsp:txBody>
      <dsp:txXfrm>
        <a:off x="5539271" y="3631567"/>
        <a:ext cx="1649045" cy="576136"/>
      </dsp:txXfrm>
    </dsp:sp>
    <dsp:sp modelId="{84B0330C-8FCA-40C5-86EE-DCC370AA4795}">
      <dsp:nvSpPr>
        <dsp:cNvPr id="0" name=""/>
        <dsp:cNvSpPr/>
      </dsp:nvSpPr>
      <dsp:spPr>
        <a:xfrm>
          <a:off x="2452162" y="295060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3600069" y="3948897"/>
              </a:moveTo>
              <a:arcTo wR="2216743" hR="2216743" stAng="3083315" swAng="124301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24A3D-B80D-4E35-A557-F01042C2690B}">
      <dsp:nvSpPr>
        <dsp:cNvPr id="0" name=""/>
        <dsp:cNvSpPr/>
      </dsp:nvSpPr>
      <dsp:spPr>
        <a:xfrm>
          <a:off x="3851920" y="4433563"/>
          <a:ext cx="1490371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Требования</a:t>
          </a:r>
          <a:endParaRPr lang="ru-RU" sz="1800" kern="1200" dirty="0"/>
        </a:p>
      </dsp:txBody>
      <dsp:txXfrm>
        <a:off x="3883088" y="4464731"/>
        <a:ext cx="1428035" cy="576136"/>
      </dsp:txXfrm>
    </dsp:sp>
    <dsp:sp modelId="{20F624C9-7588-4AE9-BB31-19F00EF706F2}">
      <dsp:nvSpPr>
        <dsp:cNvPr id="0" name=""/>
        <dsp:cNvSpPr/>
      </dsp:nvSpPr>
      <dsp:spPr>
        <a:xfrm>
          <a:off x="2536282" y="381720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1308268" y="4238778"/>
              </a:moveTo>
              <a:arcTo wR="2216743" hR="2216743" stAng="6851627" swAng="123382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D3A3B1-AAAD-4FD3-AC5D-CBB4F0EE4286}">
      <dsp:nvSpPr>
        <dsp:cNvPr id="0" name=""/>
        <dsp:cNvSpPr/>
      </dsp:nvSpPr>
      <dsp:spPr>
        <a:xfrm>
          <a:off x="1835699" y="3528389"/>
          <a:ext cx="2099838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Ответственность</a:t>
          </a:r>
          <a:endParaRPr lang="ru-RU" sz="1800" kern="1200" dirty="0"/>
        </a:p>
      </dsp:txBody>
      <dsp:txXfrm>
        <a:off x="1866867" y="3559557"/>
        <a:ext cx="2037502" cy="576136"/>
      </dsp:txXfrm>
    </dsp:sp>
    <dsp:sp modelId="{EAC87D8A-D8CF-4642-9A90-5D22C2340B43}">
      <dsp:nvSpPr>
        <dsp:cNvPr id="0" name=""/>
        <dsp:cNvSpPr/>
      </dsp:nvSpPr>
      <dsp:spPr>
        <a:xfrm>
          <a:off x="2346000" y="137059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332919" y="3385143"/>
              </a:moveTo>
              <a:arcTo wR="2216743" hR="2216743" stAng="8891499" swAng="111269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F28737-7DB1-49D4-B654-3E12764255F9}">
      <dsp:nvSpPr>
        <dsp:cNvPr id="0" name=""/>
        <dsp:cNvSpPr/>
      </dsp:nvSpPr>
      <dsp:spPr>
        <a:xfrm>
          <a:off x="1500764" y="2216819"/>
          <a:ext cx="1759198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Социальная защищенность</a:t>
          </a:r>
          <a:endParaRPr lang="ru-RU" sz="1800" kern="1200" dirty="0"/>
        </a:p>
      </dsp:txBody>
      <dsp:txXfrm>
        <a:off x="1531932" y="2247987"/>
        <a:ext cx="1696862" cy="576136"/>
      </dsp:txXfrm>
    </dsp:sp>
    <dsp:sp modelId="{ADE412C6-210A-414F-B278-0BCAD47BF794}">
      <dsp:nvSpPr>
        <dsp:cNvPr id="0" name=""/>
        <dsp:cNvSpPr/>
      </dsp:nvSpPr>
      <dsp:spPr>
        <a:xfrm>
          <a:off x="2380363" y="319312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24565" y="1887644"/>
              </a:moveTo>
              <a:arcTo wR="2216743" hR="2216743" stAng="11312263" swAng="1528485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15CA3F-7A72-43B0-A847-3747C1F2EE5A}">
      <dsp:nvSpPr>
        <dsp:cNvPr id="0" name=""/>
        <dsp:cNvSpPr/>
      </dsp:nvSpPr>
      <dsp:spPr>
        <a:xfrm>
          <a:off x="2076829" y="649345"/>
          <a:ext cx="1905605" cy="6384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Гарантии</a:t>
          </a:r>
          <a:endParaRPr lang="ru-RU" sz="1800" kern="1200" dirty="0"/>
        </a:p>
      </dsp:txBody>
      <dsp:txXfrm>
        <a:off x="2107997" y="680513"/>
        <a:ext cx="1843269" cy="576136"/>
      </dsp:txXfrm>
    </dsp:sp>
    <dsp:sp modelId="{3CFEAD16-4C1E-4427-88DE-951780A6B418}">
      <dsp:nvSpPr>
        <dsp:cNvPr id="0" name=""/>
        <dsp:cNvSpPr/>
      </dsp:nvSpPr>
      <dsp:spPr>
        <a:xfrm>
          <a:off x="2380363" y="319312"/>
          <a:ext cx="4433486" cy="4433486"/>
        </a:xfrm>
        <a:custGeom>
          <a:avLst/>
          <a:gdLst/>
          <a:ahLst/>
          <a:cxnLst/>
          <a:rect l="0" t="0" r="0" b="0"/>
          <a:pathLst>
            <a:path>
              <a:moveTo>
                <a:pt x="1059201" y="326228"/>
              </a:moveTo>
              <a:arcTo wR="2216743" hR="2216743" stAng="14311278" swAng="110942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7C5D8-8BFD-4CED-BBD1-7DE918402E87}">
      <dsp:nvSpPr>
        <dsp:cNvPr id="0" name=""/>
        <dsp:cNvSpPr/>
      </dsp:nvSpPr>
      <dsp:spPr>
        <a:xfrm>
          <a:off x="4104456" y="1245613"/>
          <a:ext cx="3214635" cy="371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70"/>
              </a:lnTo>
              <a:lnTo>
                <a:pt x="3214635" y="185970"/>
              </a:lnTo>
              <a:lnTo>
                <a:pt x="3214635" y="3719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62F1D-8C62-4D94-8F78-6EC50837CF50}">
      <dsp:nvSpPr>
        <dsp:cNvPr id="0" name=""/>
        <dsp:cNvSpPr/>
      </dsp:nvSpPr>
      <dsp:spPr>
        <a:xfrm>
          <a:off x="4104456" y="1245613"/>
          <a:ext cx="1071545" cy="371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970"/>
              </a:lnTo>
              <a:lnTo>
                <a:pt x="1071545" y="185970"/>
              </a:lnTo>
              <a:lnTo>
                <a:pt x="1071545" y="3719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1ADE7-3608-43B6-87D3-6442D34DF195}">
      <dsp:nvSpPr>
        <dsp:cNvPr id="0" name=""/>
        <dsp:cNvSpPr/>
      </dsp:nvSpPr>
      <dsp:spPr>
        <a:xfrm>
          <a:off x="3032910" y="1245613"/>
          <a:ext cx="1071545" cy="371941"/>
        </a:xfrm>
        <a:custGeom>
          <a:avLst/>
          <a:gdLst/>
          <a:ahLst/>
          <a:cxnLst/>
          <a:rect l="0" t="0" r="0" b="0"/>
          <a:pathLst>
            <a:path>
              <a:moveTo>
                <a:pt x="1071545" y="0"/>
              </a:moveTo>
              <a:lnTo>
                <a:pt x="1071545" y="185970"/>
              </a:lnTo>
              <a:lnTo>
                <a:pt x="0" y="185970"/>
              </a:lnTo>
              <a:lnTo>
                <a:pt x="0" y="3719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7F25-24F9-4BF6-82B6-352FB7BF0998}">
      <dsp:nvSpPr>
        <dsp:cNvPr id="0" name=""/>
        <dsp:cNvSpPr/>
      </dsp:nvSpPr>
      <dsp:spPr>
        <a:xfrm>
          <a:off x="889820" y="1245613"/>
          <a:ext cx="3214635" cy="371941"/>
        </a:xfrm>
        <a:custGeom>
          <a:avLst/>
          <a:gdLst/>
          <a:ahLst/>
          <a:cxnLst/>
          <a:rect l="0" t="0" r="0" b="0"/>
          <a:pathLst>
            <a:path>
              <a:moveTo>
                <a:pt x="3214635" y="0"/>
              </a:moveTo>
              <a:lnTo>
                <a:pt x="3214635" y="185970"/>
              </a:lnTo>
              <a:lnTo>
                <a:pt x="0" y="185970"/>
              </a:lnTo>
              <a:lnTo>
                <a:pt x="0" y="3719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A7259-C3AE-45A4-8BC3-7518EC3AF6DD}">
      <dsp:nvSpPr>
        <dsp:cNvPr id="0" name=""/>
        <dsp:cNvSpPr/>
      </dsp:nvSpPr>
      <dsp:spPr>
        <a:xfrm>
          <a:off x="1170459" y="360038"/>
          <a:ext cx="5867993" cy="8855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Группы  основных прав ГГС </a:t>
          </a:r>
          <a:endParaRPr lang="ru-RU" sz="2400" kern="1200" dirty="0"/>
        </a:p>
      </dsp:txBody>
      <dsp:txXfrm>
        <a:off x="1170459" y="360038"/>
        <a:ext cx="5867993" cy="885574"/>
      </dsp:txXfrm>
    </dsp:sp>
    <dsp:sp modelId="{F6D094D3-967A-4E8B-944E-667A837149FC}">
      <dsp:nvSpPr>
        <dsp:cNvPr id="0" name=""/>
        <dsp:cNvSpPr/>
      </dsp:nvSpPr>
      <dsp:spPr>
        <a:xfrm>
          <a:off x="4246" y="1617554"/>
          <a:ext cx="1771148" cy="162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Организационно-технические условия труда</a:t>
          </a:r>
          <a:endParaRPr lang="ru-RU" sz="1700" kern="1200" dirty="0"/>
        </a:p>
      </dsp:txBody>
      <dsp:txXfrm>
        <a:off x="4246" y="1617554"/>
        <a:ext cx="1771148" cy="1622806"/>
      </dsp:txXfrm>
    </dsp:sp>
    <dsp:sp modelId="{95373001-42C1-4D56-AF36-C6B2FC66AF76}">
      <dsp:nvSpPr>
        <dsp:cNvPr id="0" name=""/>
        <dsp:cNvSpPr/>
      </dsp:nvSpPr>
      <dsp:spPr>
        <a:xfrm>
          <a:off x="2147336" y="1617554"/>
          <a:ext cx="1771148" cy="162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Организационное обеспечение деятельности ГГС</a:t>
          </a:r>
          <a:endParaRPr lang="ru-RU" sz="1700" kern="1200" dirty="0"/>
        </a:p>
      </dsp:txBody>
      <dsp:txXfrm>
        <a:off x="2147336" y="1617554"/>
        <a:ext cx="1771148" cy="1622806"/>
      </dsp:txXfrm>
    </dsp:sp>
    <dsp:sp modelId="{8C3B4334-6CCB-4040-A442-1A31F1DDDC74}">
      <dsp:nvSpPr>
        <dsp:cNvPr id="0" name=""/>
        <dsp:cNvSpPr/>
      </dsp:nvSpPr>
      <dsp:spPr>
        <a:xfrm>
          <a:off x="4290426" y="1617554"/>
          <a:ext cx="1771148" cy="162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Прохождение гражданской службы</a:t>
          </a:r>
          <a:endParaRPr lang="ru-RU" sz="1700" kern="1200" dirty="0"/>
        </a:p>
      </dsp:txBody>
      <dsp:txXfrm>
        <a:off x="4290426" y="1617554"/>
        <a:ext cx="1771148" cy="1622806"/>
      </dsp:txXfrm>
    </dsp:sp>
    <dsp:sp modelId="{69C8F3F1-CDC2-41CC-8A4E-7F414BFBEBD8}">
      <dsp:nvSpPr>
        <dsp:cNvPr id="0" name=""/>
        <dsp:cNvSpPr/>
      </dsp:nvSpPr>
      <dsp:spPr>
        <a:xfrm>
          <a:off x="6433516" y="1617554"/>
          <a:ext cx="1771148" cy="162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Социальная защита ГГС</a:t>
          </a:r>
          <a:endParaRPr lang="ru-RU" sz="1700" kern="1200" dirty="0"/>
        </a:p>
      </dsp:txBody>
      <dsp:txXfrm>
        <a:off x="6433516" y="1617554"/>
        <a:ext cx="1771148" cy="16228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7C5D8-8BFD-4CED-BBD1-7DE918402E87}">
      <dsp:nvSpPr>
        <dsp:cNvPr id="0" name=""/>
        <dsp:cNvSpPr/>
      </dsp:nvSpPr>
      <dsp:spPr>
        <a:xfrm>
          <a:off x="4248472" y="1271623"/>
          <a:ext cx="3278535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3278535" y="177248"/>
              </a:lnTo>
              <a:lnTo>
                <a:pt x="3278535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62F1D-8C62-4D94-8F78-6EC50837CF50}">
      <dsp:nvSpPr>
        <dsp:cNvPr id="0" name=""/>
        <dsp:cNvSpPr/>
      </dsp:nvSpPr>
      <dsp:spPr>
        <a:xfrm>
          <a:off x="4248472" y="1271623"/>
          <a:ext cx="1020631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1020631" y="177248"/>
              </a:lnTo>
              <a:lnTo>
                <a:pt x="1020631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1ADE7-3608-43B6-87D3-6442D34DF195}">
      <dsp:nvSpPr>
        <dsp:cNvPr id="0" name=""/>
        <dsp:cNvSpPr/>
      </dsp:nvSpPr>
      <dsp:spPr>
        <a:xfrm>
          <a:off x="3011858" y="1271623"/>
          <a:ext cx="1236613" cy="354497"/>
        </a:xfrm>
        <a:custGeom>
          <a:avLst/>
          <a:gdLst/>
          <a:ahLst/>
          <a:cxnLst/>
          <a:rect l="0" t="0" r="0" b="0"/>
          <a:pathLst>
            <a:path>
              <a:moveTo>
                <a:pt x="1236613" y="0"/>
              </a:moveTo>
              <a:lnTo>
                <a:pt x="1236613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7F25-24F9-4BF6-82B6-352FB7BF0998}">
      <dsp:nvSpPr>
        <dsp:cNvPr id="0" name=""/>
        <dsp:cNvSpPr/>
      </dsp:nvSpPr>
      <dsp:spPr>
        <a:xfrm>
          <a:off x="844317" y="1271623"/>
          <a:ext cx="3404154" cy="354497"/>
        </a:xfrm>
        <a:custGeom>
          <a:avLst/>
          <a:gdLst/>
          <a:ahLst/>
          <a:cxnLst/>
          <a:rect l="0" t="0" r="0" b="0"/>
          <a:pathLst>
            <a:path>
              <a:moveTo>
                <a:pt x="3404154" y="0"/>
              </a:moveTo>
              <a:lnTo>
                <a:pt x="3404154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A7259-C3AE-45A4-8BC3-7518EC3AF6DD}">
      <dsp:nvSpPr>
        <dsp:cNvPr id="0" name=""/>
        <dsp:cNvSpPr/>
      </dsp:nvSpPr>
      <dsp:spPr>
        <a:xfrm>
          <a:off x="1452078" y="427581"/>
          <a:ext cx="5592787" cy="8440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Группы  основных обязанностей ГГС </a:t>
          </a:r>
          <a:endParaRPr lang="ru-RU" sz="2400" kern="1200" dirty="0"/>
        </a:p>
      </dsp:txBody>
      <dsp:txXfrm>
        <a:off x="1452078" y="427581"/>
        <a:ext cx="5592787" cy="844041"/>
      </dsp:txXfrm>
    </dsp:sp>
    <dsp:sp modelId="{F6D094D3-967A-4E8B-944E-667A837149FC}">
      <dsp:nvSpPr>
        <dsp:cNvPr id="0" name=""/>
        <dsp:cNvSpPr/>
      </dsp:nvSpPr>
      <dsp:spPr>
        <a:xfrm>
          <a:off x="275" y="1626120"/>
          <a:ext cx="168808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Исполнение обязанностей и поручений</a:t>
          </a:r>
          <a:endParaRPr lang="ru-RU" sz="1900" kern="1200" dirty="0"/>
        </a:p>
      </dsp:txBody>
      <dsp:txXfrm>
        <a:off x="275" y="1626120"/>
        <a:ext cx="1688083" cy="1546697"/>
      </dsp:txXfrm>
    </dsp:sp>
    <dsp:sp modelId="{95373001-42C1-4D56-AF36-C6B2FC66AF76}">
      <dsp:nvSpPr>
        <dsp:cNvPr id="0" name=""/>
        <dsp:cNvSpPr/>
      </dsp:nvSpPr>
      <dsp:spPr>
        <a:xfrm>
          <a:off x="2042856" y="1626120"/>
          <a:ext cx="193800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Поддержка необходимого уровня квалификации</a:t>
          </a:r>
          <a:endParaRPr lang="ru-RU" sz="1900" kern="1200" dirty="0"/>
        </a:p>
      </dsp:txBody>
      <dsp:txXfrm>
        <a:off x="2042856" y="1626120"/>
        <a:ext cx="1938003" cy="1546697"/>
      </dsp:txXfrm>
    </dsp:sp>
    <dsp:sp modelId="{8C3B4334-6CCB-4040-A442-1A31F1DDDC74}">
      <dsp:nvSpPr>
        <dsp:cNvPr id="0" name=""/>
        <dsp:cNvSpPr/>
      </dsp:nvSpPr>
      <dsp:spPr>
        <a:xfrm>
          <a:off x="4335357" y="1626120"/>
          <a:ext cx="1867492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Соблюдение установленных норм и требований</a:t>
          </a:r>
          <a:endParaRPr lang="ru-RU" sz="1900" kern="1200" dirty="0"/>
        </a:p>
      </dsp:txBody>
      <dsp:txXfrm>
        <a:off x="4335357" y="1626120"/>
        <a:ext cx="1867492" cy="1546697"/>
      </dsp:txXfrm>
    </dsp:sp>
    <dsp:sp modelId="{69C8F3F1-CDC2-41CC-8A4E-7F414BFBEBD8}">
      <dsp:nvSpPr>
        <dsp:cNvPr id="0" name=""/>
        <dsp:cNvSpPr/>
      </dsp:nvSpPr>
      <dsp:spPr>
        <a:xfrm>
          <a:off x="6557347" y="1626120"/>
          <a:ext cx="1939320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Информирование руководства об изменении своего положения</a:t>
          </a:r>
          <a:endParaRPr lang="ru-RU" sz="1900" kern="1200" dirty="0"/>
        </a:p>
      </dsp:txBody>
      <dsp:txXfrm>
        <a:off x="6557347" y="1626120"/>
        <a:ext cx="1939320" cy="154669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7C5D8-8BFD-4CED-BBD1-7DE918402E87}">
      <dsp:nvSpPr>
        <dsp:cNvPr id="0" name=""/>
        <dsp:cNvSpPr/>
      </dsp:nvSpPr>
      <dsp:spPr>
        <a:xfrm>
          <a:off x="4248472" y="1271623"/>
          <a:ext cx="3278535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3278535" y="177248"/>
              </a:lnTo>
              <a:lnTo>
                <a:pt x="3278535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62F1D-8C62-4D94-8F78-6EC50837CF50}">
      <dsp:nvSpPr>
        <dsp:cNvPr id="0" name=""/>
        <dsp:cNvSpPr/>
      </dsp:nvSpPr>
      <dsp:spPr>
        <a:xfrm>
          <a:off x="4248472" y="1271623"/>
          <a:ext cx="1020631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1020631" y="177248"/>
              </a:lnTo>
              <a:lnTo>
                <a:pt x="1020631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1ADE7-3608-43B6-87D3-6442D34DF195}">
      <dsp:nvSpPr>
        <dsp:cNvPr id="0" name=""/>
        <dsp:cNvSpPr/>
      </dsp:nvSpPr>
      <dsp:spPr>
        <a:xfrm>
          <a:off x="3011858" y="1271623"/>
          <a:ext cx="1236613" cy="354497"/>
        </a:xfrm>
        <a:custGeom>
          <a:avLst/>
          <a:gdLst/>
          <a:ahLst/>
          <a:cxnLst/>
          <a:rect l="0" t="0" r="0" b="0"/>
          <a:pathLst>
            <a:path>
              <a:moveTo>
                <a:pt x="1236613" y="0"/>
              </a:moveTo>
              <a:lnTo>
                <a:pt x="1236613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7F25-24F9-4BF6-82B6-352FB7BF0998}">
      <dsp:nvSpPr>
        <dsp:cNvPr id="0" name=""/>
        <dsp:cNvSpPr/>
      </dsp:nvSpPr>
      <dsp:spPr>
        <a:xfrm>
          <a:off x="844317" y="1271623"/>
          <a:ext cx="3404154" cy="354497"/>
        </a:xfrm>
        <a:custGeom>
          <a:avLst/>
          <a:gdLst/>
          <a:ahLst/>
          <a:cxnLst/>
          <a:rect l="0" t="0" r="0" b="0"/>
          <a:pathLst>
            <a:path>
              <a:moveTo>
                <a:pt x="3404154" y="0"/>
              </a:moveTo>
              <a:lnTo>
                <a:pt x="3404154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A7259-C3AE-45A4-8BC3-7518EC3AF6DD}">
      <dsp:nvSpPr>
        <dsp:cNvPr id="0" name=""/>
        <dsp:cNvSpPr/>
      </dsp:nvSpPr>
      <dsp:spPr>
        <a:xfrm>
          <a:off x="1452078" y="427581"/>
          <a:ext cx="5592787" cy="8440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Группы  основных ограничений </a:t>
          </a:r>
          <a:endParaRPr lang="ru-RU" sz="2400" kern="1200" dirty="0"/>
        </a:p>
      </dsp:txBody>
      <dsp:txXfrm>
        <a:off x="1452078" y="427581"/>
        <a:ext cx="5592787" cy="844041"/>
      </dsp:txXfrm>
    </dsp:sp>
    <dsp:sp modelId="{F6D094D3-967A-4E8B-944E-667A837149FC}">
      <dsp:nvSpPr>
        <dsp:cNvPr id="0" name=""/>
        <dsp:cNvSpPr/>
      </dsp:nvSpPr>
      <dsp:spPr>
        <a:xfrm>
          <a:off x="275" y="1626120"/>
          <a:ext cx="168808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Состояние здоровья</a:t>
          </a:r>
          <a:endParaRPr lang="ru-RU" sz="2100" kern="1200" dirty="0"/>
        </a:p>
      </dsp:txBody>
      <dsp:txXfrm>
        <a:off x="275" y="1626120"/>
        <a:ext cx="1688083" cy="1546697"/>
      </dsp:txXfrm>
    </dsp:sp>
    <dsp:sp modelId="{95373001-42C1-4D56-AF36-C6B2FC66AF76}">
      <dsp:nvSpPr>
        <dsp:cNvPr id="0" name=""/>
        <dsp:cNvSpPr/>
      </dsp:nvSpPr>
      <dsp:spPr>
        <a:xfrm>
          <a:off x="2042856" y="1626120"/>
          <a:ext cx="193800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Гражданство</a:t>
          </a:r>
          <a:endParaRPr lang="ru-RU" sz="2100" kern="1200" dirty="0"/>
        </a:p>
      </dsp:txBody>
      <dsp:txXfrm>
        <a:off x="2042856" y="1626120"/>
        <a:ext cx="1938003" cy="1546697"/>
      </dsp:txXfrm>
    </dsp:sp>
    <dsp:sp modelId="{8C3B4334-6CCB-4040-A442-1A31F1DDDC74}">
      <dsp:nvSpPr>
        <dsp:cNvPr id="0" name=""/>
        <dsp:cNvSpPr/>
      </dsp:nvSpPr>
      <dsp:spPr>
        <a:xfrm>
          <a:off x="4335357" y="1626120"/>
          <a:ext cx="1867492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Семейные обстоятельства</a:t>
          </a:r>
          <a:endParaRPr lang="ru-RU" sz="2100" kern="1200" dirty="0"/>
        </a:p>
      </dsp:txBody>
      <dsp:txXfrm>
        <a:off x="4335357" y="1626120"/>
        <a:ext cx="1867492" cy="1546697"/>
      </dsp:txXfrm>
    </dsp:sp>
    <dsp:sp modelId="{69C8F3F1-CDC2-41CC-8A4E-7F414BFBEBD8}">
      <dsp:nvSpPr>
        <dsp:cNvPr id="0" name=""/>
        <dsp:cNvSpPr/>
      </dsp:nvSpPr>
      <dsp:spPr>
        <a:xfrm>
          <a:off x="6557347" y="1626120"/>
          <a:ext cx="1939320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Поведение</a:t>
          </a:r>
          <a:endParaRPr lang="ru-RU" sz="2100" kern="1200" dirty="0"/>
        </a:p>
      </dsp:txBody>
      <dsp:txXfrm>
        <a:off x="6557347" y="1626120"/>
        <a:ext cx="1939320" cy="154669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7C5D8-8BFD-4CED-BBD1-7DE918402E87}">
      <dsp:nvSpPr>
        <dsp:cNvPr id="0" name=""/>
        <dsp:cNvSpPr/>
      </dsp:nvSpPr>
      <dsp:spPr>
        <a:xfrm>
          <a:off x="4248472" y="1271623"/>
          <a:ext cx="3278535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3278535" y="177248"/>
              </a:lnTo>
              <a:lnTo>
                <a:pt x="3278535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62F1D-8C62-4D94-8F78-6EC50837CF50}">
      <dsp:nvSpPr>
        <dsp:cNvPr id="0" name=""/>
        <dsp:cNvSpPr/>
      </dsp:nvSpPr>
      <dsp:spPr>
        <a:xfrm>
          <a:off x="4248472" y="1271623"/>
          <a:ext cx="1020631" cy="3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8"/>
              </a:lnTo>
              <a:lnTo>
                <a:pt x="1020631" y="177248"/>
              </a:lnTo>
              <a:lnTo>
                <a:pt x="1020631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A1ADE7-3608-43B6-87D3-6442D34DF195}">
      <dsp:nvSpPr>
        <dsp:cNvPr id="0" name=""/>
        <dsp:cNvSpPr/>
      </dsp:nvSpPr>
      <dsp:spPr>
        <a:xfrm>
          <a:off x="3011858" y="1271623"/>
          <a:ext cx="1236613" cy="354497"/>
        </a:xfrm>
        <a:custGeom>
          <a:avLst/>
          <a:gdLst/>
          <a:ahLst/>
          <a:cxnLst/>
          <a:rect l="0" t="0" r="0" b="0"/>
          <a:pathLst>
            <a:path>
              <a:moveTo>
                <a:pt x="1236613" y="0"/>
              </a:moveTo>
              <a:lnTo>
                <a:pt x="1236613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737F25-24F9-4BF6-82B6-352FB7BF0998}">
      <dsp:nvSpPr>
        <dsp:cNvPr id="0" name=""/>
        <dsp:cNvSpPr/>
      </dsp:nvSpPr>
      <dsp:spPr>
        <a:xfrm>
          <a:off x="844317" y="1271623"/>
          <a:ext cx="3404154" cy="354497"/>
        </a:xfrm>
        <a:custGeom>
          <a:avLst/>
          <a:gdLst/>
          <a:ahLst/>
          <a:cxnLst/>
          <a:rect l="0" t="0" r="0" b="0"/>
          <a:pathLst>
            <a:path>
              <a:moveTo>
                <a:pt x="3404154" y="0"/>
              </a:moveTo>
              <a:lnTo>
                <a:pt x="3404154" y="177248"/>
              </a:lnTo>
              <a:lnTo>
                <a:pt x="0" y="177248"/>
              </a:lnTo>
              <a:lnTo>
                <a:pt x="0" y="3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A7259-C3AE-45A4-8BC3-7518EC3AF6DD}">
      <dsp:nvSpPr>
        <dsp:cNvPr id="0" name=""/>
        <dsp:cNvSpPr/>
      </dsp:nvSpPr>
      <dsp:spPr>
        <a:xfrm>
          <a:off x="1452078" y="427581"/>
          <a:ext cx="5592787" cy="8440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Группы  основных запретов</a:t>
          </a:r>
          <a:endParaRPr lang="ru-RU" sz="2400" kern="1200" dirty="0"/>
        </a:p>
      </dsp:txBody>
      <dsp:txXfrm>
        <a:off x="1452078" y="427581"/>
        <a:ext cx="5592787" cy="844041"/>
      </dsp:txXfrm>
    </dsp:sp>
    <dsp:sp modelId="{F6D094D3-967A-4E8B-944E-667A837149FC}">
      <dsp:nvSpPr>
        <dsp:cNvPr id="0" name=""/>
        <dsp:cNvSpPr/>
      </dsp:nvSpPr>
      <dsp:spPr>
        <a:xfrm>
          <a:off x="275" y="1626120"/>
          <a:ext cx="168808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Платная деятельность</a:t>
          </a:r>
          <a:endParaRPr lang="ru-RU" sz="1800" kern="1200" dirty="0"/>
        </a:p>
      </dsp:txBody>
      <dsp:txXfrm>
        <a:off x="275" y="1626120"/>
        <a:ext cx="1688083" cy="1546697"/>
      </dsp:txXfrm>
    </dsp:sp>
    <dsp:sp modelId="{95373001-42C1-4D56-AF36-C6B2FC66AF76}">
      <dsp:nvSpPr>
        <dsp:cNvPr id="0" name=""/>
        <dsp:cNvSpPr/>
      </dsp:nvSpPr>
      <dsp:spPr>
        <a:xfrm>
          <a:off x="2042856" y="1626120"/>
          <a:ext cx="1938003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Политическая деятельность</a:t>
          </a:r>
          <a:endParaRPr lang="ru-RU" sz="1800" kern="1200" dirty="0"/>
        </a:p>
      </dsp:txBody>
      <dsp:txXfrm>
        <a:off x="2042856" y="1626120"/>
        <a:ext cx="1938003" cy="1546697"/>
      </dsp:txXfrm>
    </dsp:sp>
    <dsp:sp modelId="{8C3B4334-6CCB-4040-A442-1A31F1DDDC74}">
      <dsp:nvSpPr>
        <dsp:cNvPr id="0" name=""/>
        <dsp:cNvSpPr/>
      </dsp:nvSpPr>
      <dsp:spPr>
        <a:xfrm>
          <a:off x="4335357" y="1626120"/>
          <a:ext cx="1867492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Злоупотребление служебным положением</a:t>
          </a:r>
          <a:endParaRPr lang="ru-RU" sz="1800" kern="1200" dirty="0"/>
        </a:p>
      </dsp:txBody>
      <dsp:txXfrm>
        <a:off x="4335357" y="1626120"/>
        <a:ext cx="1867492" cy="1546697"/>
      </dsp:txXfrm>
    </dsp:sp>
    <dsp:sp modelId="{69C8F3F1-CDC2-41CC-8A4E-7F414BFBEBD8}">
      <dsp:nvSpPr>
        <dsp:cNvPr id="0" name=""/>
        <dsp:cNvSpPr/>
      </dsp:nvSpPr>
      <dsp:spPr>
        <a:xfrm>
          <a:off x="6557347" y="1626120"/>
          <a:ext cx="1939320" cy="1546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Нарушение требований и норм поведения и деятельности</a:t>
          </a:r>
          <a:endParaRPr lang="ru-RU" sz="1800" kern="1200" dirty="0"/>
        </a:p>
      </dsp:txBody>
      <dsp:txXfrm>
        <a:off x="6557347" y="1626120"/>
        <a:ext cx="1939320" cy="1546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1DEA068-36ED-4EC9-BF3E-5E992AFAFE26}" type="datetimeFigureOut">
              <a:rPr lang="ru-RU"/>
              <a:pPr>
                <a:defRPr/>
              </a:pPr>
              <a:t>19.06.2018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6F1827C4-4A61-4A86-B5D2-54D2E1C92DB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2073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827C4-4A61-4A86-B5D2-54D2E1C92DB2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827C4-4A61-4A86-B5D2-54D2E1C92DB2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33</a:t>
            </a:fld>
            <a:endParaRPr lang="ru-R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34</a:t>
            </a:fld>
            <a:endParaRPr lang="ru-R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35</a:t>
            </a:fld>
            <a:endParaRPr lang="ru-R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36</a:t>
            </a:fld>
            <a:endParaRPr lang="ru-R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38</a:t>
            </a:fld>
            <a:endParaRPr lang="ru-R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39</a:t>
            </a:fld>
            <a:endParaRPr lang="ru-RU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40</a:t>
            </a:fld>
            <a:endParaRPr lang="ru-RU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41</a:t>
            </a:fld>
            <a:endParaRPr lang="ru-RU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42</a:t>
            </a:fld>
            <a:endParaRPr lang="ru-RU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43</a:t>
            </a:fld>
            <a:endParaRPr lang="ru-RU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44</a:t>
            </a:fld>
            <a:endParaRPr lang="ru-RU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45</a:t>
            </a:fld>
            <a:endParaRPr lang="ru-RU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46</a:t>
            </a:fld>
            <a:endParaRPr lang="ru-RU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47</a:t>
            </a:fld>
            <a:endParaRPr lang="ru-RU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48</a:t>
            </a:fld>
            <a:endParaRPr lang="ru-RU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49</a:t>
            </a:fld>
            <a:endParaRPr lang="ru-RU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50</a:t>
            </a:fld>
            <a:endParaRPr lang="ru-RU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51</a:t>
            </a:fld>
            <a:endParaRPr lang="ru-RU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52</a:t>
            </a:fld>
            <a:endParaRPr lang="ru-RU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53</a:t>
            </a:fld>
            <a:endParaRPr lang="ru-RU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54</a:t>
            </a:fld>
            <a:endParaRPr lang="ru-RU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55</a:t>
            </a:fld>
            <a:endParaRPr lang="ru-RU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56</a:t>
            </a:fld>
            <a:endParaRPr lang="ru-RU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57</a:t>
            </a:fld>
            <a:endParaRPr lang="ru-RU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58</a:t>
            </a:fld>
            <a:endParaRPr lang="ru-RU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325045-E615-4498-964F-D80F2D314B13}" type="slidenum">
              <a:rPr lang="ru-RU" smtClean="0"/>
              <a:pPr/>
              <a:t>59</a:t>
            </a:fld>
            <a:endParaRPr lang="ru-RU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F1827C4-4A61-4A86-B5D2-54D2E1C92DB2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Arina\Рабочий стол\new objects\презентация\человечки\city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800" y="1412875"/>
            <a:ext cx="8278813" cy="238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Arina\Рабочий стол\new objects\презентация\человечки\2 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238" y="260350"/>
            <a:ext cx="319405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Группа 11"/>
          <p:cNvGrpSpPr/>
          <p:nvPr userDrawn="1"/>
        </p:nvGrpSpPr>
        <p:grpSpPr>
          <a:xfrm>
            <a:off x="897847" y="5805264"/>
            <a:ext cx="433793" cy="455894"/>
            <a:chOff x="5361943" y="1450777"/>
            <a:chExt cx="2791804" cy="2934047"/>
          </a:xfrm>
          <a:solidFill>
            <a:schemeClr val="bg1"/>
          </a:solidFill>
        </p:grpSpPr>
        <p:sp>
          <p:nvSpPr>
            <p:cNvPr id="7" name="Полилиния 12"/>
            <p:cNvSpPr/>
            <p:nvPr/>
          </p:nvSpPr>
          <p:spPr>
            <a:xfrm>
              <a:off x="5362960" y="1450777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Полилиния 13"/>
            <p:cNvSpPr/>
            <p:nvPr/>
          </p:nvSpPr>
          <p:spPr>
            <a:xfrm>
              <a:off x="5361943" y="2280295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Полилиния 14"/>
            <p:cNvSpPr/>
            <p:nvPr/>
          </p:nvSpPr>
          <p:spPr>
            <a:xfrm>
              <a:off x="5362277" y="3111823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7710" y="4005064"/>
            <a:ext cx="6312642" cy="1470025"/>
          </a:xfrm>
        </p:spPr>
        <p:txBody>
          <a:bodyPr>
            <a:normAutofit/>
          </a:bodyPr>
          <a:lstStyle>
            <a:lvl1pPr algn="just">
              <a:defRPr sz="30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7710" y="5717224"/>
            <a:ext cx="3240360" cy="792088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Образец подзаголовка</a:t>
            </a:r>
            <a:endParaRPr lang="ru-RU" dirty="0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4859338" y="188913"/>
            <a:ext cx="3854450" cy="365125"/>
          </a:xfrm>
          <a:prstGeom prst="rect">
            <a:avLst/>
          </a:prstGeom>
        </p:spPr>
        <p:txBody>
          <a:bodyPr numCol="4" spcCol="3600"/>
          <a:lstStyle>
            <a:lvl1pPr fontAlgn="auto">
              <a:spcBef>
                <a:spcPts val="0"/>
              </a:spcBef>
              <a:spcAft>
                <a:spcPts val="0"/>
              </a:spcAft>
              <a:defRPr sz="7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ru-RU"/>
              <a:t>107045, г. Москва,</a:t>
            </a:r>
          </a:p>
          <a:p>
            <a:pPr>
              <a:defRPr/>
            </a:pPr>
            <a:r>
              <a:rPr lang="ru-RU"/>
              <a:t>ул. </a:t>
            </a:r>
            <a:r>
              <a:rPr lang="ru-RU" err="1"/>
              <a:t>Сретенка</a:t>
            </a:r>
            <a:r>
              <a:rPr lang="ru-RU"/>
              <a:t>, д. 28 </a:t>
            </a:r>
          </a:p>
          <a:p>
            <a:pPr>
              <a:defRPr/>
            </a:pPr>
            <a:r>
              <a:rPr lang="ru-RU"/>
              <a:t>Т: +7 (495) 957-91-32</a:t>
            </a:r>
          </a:p>
          <a:p>
            <a:pPr>
              <a:defRPr/>
            </a:pPr>
            <a:r>
              <a:rPr lang="ru-RU"/>
              <a:t>Ф: +7 (495) 957-75-77</a:t>
            </a:r>
          </a:p>
          <a:p>
            <a:pPr>
              <a:defRPr/>
            </a:pPr>
            <a:r>
              <a:rPr lang="en-US"/>
              <a:t>facebook.com/mguu.ru</a:t>
            </a:r>
          </a:p>
          <a:p>
            <a:pPr>
              <a:defRPr/>
            </a:pPr>
            <a:r>
              <a:rPr lang="en-US"/>
              <a:t>vk.com/</a:t>
            </a:r>
            <a:r>
              <a:rPr lang="en-US" err="1"/>
              <a:t>mguu_ru</a:t>
            </a:r>
            <a:r>
              <a:rPr lang="en-US"/>
              <a:t> </a:t>
            </a:r>
            <a:endParaRPr lang="ru-RU"/>
          </a:p>
          <a:p>
            <a:pPr>
              <a:defRPr/>
            </a:pPr>
            <a:r>
              <a:rPr lang="en-US"/>
              <a:t>E-mail: info@mguu.ru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9"/>
          <p:cNvSpPr/>
          <p:nvPr userDrawn="1"/>
        </p:nvSpPr>
        <p:spPr>
          <a:xfrm rot="2494640">
            <a:off x="63500" y="122238"/>
            <a:ext cx="311150" cy="34925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" name="Прямоугольник 8"/>
          <p:cNvSpPr/>
          <p:nvPr userDrawn="1"/>
        </p:nvSpPr>
        <p:spPr>
          <a:xfrm>
            <a:off x="0" y="296863"/>
            <a:ext cx="9144000" cy="102393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 </a:t>
            </a:r>
          </a:p>
        </p:txBody>
      </p:sp>
      <p:pic>
        <p:nvPicPr>
          <p:cNvPr id="6" name="Picture 2" descr="C:\Documents and Settings\Arina\Рабочий стол\new objects\презентация\человечки\gray logo mguu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6381750"/>
            <a:ext cx="2222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7"/>
          <p:cNvSpPr txBox="1"/>
          <p:nvPr userDrawn="1"/>
        </p:nvSpPr>
        <p:spPr>
          <a:xfrm>
            <a:off x="4716016" y="6397878"/>
            <a:ext cx="4032448" cy="415498"/>
          </a:xfrm>
          <a:prstGeom prst="rect">
            <a:avLst/>
          </a:prstGeom>
          <a:noFill/>
        </p:spPr>
        <p:txBody>
          <a:bodyPr numCol="4" spcCol="360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107045, г. Москва,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ул. </a:t>
            </a:r>
            <a:r>
              <a:rPr lang="ru-RU" sz="700" dirty="0" err="1">
                <a:solidFill>
                  <a:schemeClr val="tx2"/>
                </a:solidFill>
                <a:latin typeface="+mn-lt"/>
                <a:cs typeface="+mn-cs"/>
              </a:rPr>
              <a:t>Сретенка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, д. 28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Т: +7 (495) 957-91-32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Ф: +7 (495) 957-75-77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facebook.com/mguu.ru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vk.com/</a:t>
            </a:r>
            <a:r>
              <a:rPr lang="en-US" sz="700" dirty="0" err="1">
                <a:solidFill>
                  <a:schemeClr val="tx2"/>
                </a:solidFill>
                <a:latin typeface="+mn-lt"/>
                <a:cs typeface="+mn-cs"/>
              </a:rPr>
              <a:t>mguu_ru</a:t>
            </a: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E-mail: info@mguu.ru</a:t>
            </a: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                     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2620" y="1600200"/>
            <a:ext cx="8014180" cy="4525963"/>
          </a:xfrm>
        </p:spPr>
        <p:txBody>
          <a:bodyPr/>
          <a:lstStyle>
            <a:lvl1pPr>
              <a:defRPr sz="1800" b="0"/>
            </a:lvl1pPr>
            <a:lvl2pPr>
              <a:defRPr sz="1600" baseline="0"/>
            </a:lvl2pPr>
            <a:lvl3pPr>
              <a:defRPr sz="1400"/>
            </a:lvl3pPr>
          </a:lstStyle>
          <a:p>
            <a:pPr lvl="0"/>
            <a:r>
              <a:rPr lang="en-US" dirty="0" smtClean="0"/>
              <a:t>Образец текста</a:t>
            </a:r>
          </a:p>
          <a:p>
            <a:pPr lvl="1"/>
            <a:r>
              <a:rPr lang="en-US" dirty="0" smtClean="0"/>
              <a:t>Второй уровень</a:t>
            </a:r>
          </a:p>
          <a:p>
            <a:pPr lvl="2"/>
            <a:r>
              <a:rPr lang="en-US" dirty="0" smtClean="0"/>
              <a:t>Третий уровень</a:t>
            </a:r>
          </a:p>
          <a:p>
            <a:pPr lvl="3"/>
            <a:r>
              <a:rPr lang="en-US" dirty="0" smtClean="0"/>
              <a:t>Четвертый уровень</a:t>
            </a:r>
          </a:p>
          <a:p>
            <a:pPr lvl="4"/>
            <a:r>
              <a:rPr lang="en-US" dirty="0" smtClean="0"/>
              <a:t>Пятый уровень</a:t>
            </a:r>
            <a:endParaRPr lang="ru-RU" dirty="0" smtClean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7632848" cy="792088"/>
          </a:xfrm>
        </p:spPr>
        <p:txBody>
          <a:bodyPr anchor="t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Documents and Settings\Arina\Рабочий стол\new objects\презентация\человечки\gray logo mguu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6381750"/>
            <a:ext cx="2222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ый треугольник 13"/>
          <p:cNvSpPr/>
          <p:nvPr userDrawn="1"/>
        </p:nvSpPr>
        <p:spPr>
          <a:xfrm rot="2494640">
            <a:off x="63500" y="122238"/>
            <a:ext cx="311150" cy="34925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" name="Прямоугольник 14"/>
          <p:cNvSpPr/>
          <p:nvPr userDrawn="1"/>
        </p:nvSpPr>
        <p:spPr>
          <a:xfrm>
            <a:off x="0" y="296863"/>
            <a:ext cx="9144000" cy="102393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/>
              <a:t> </a:t>
            </a:r>
          </a:p>
        </p:txBody>
      </p:sp>
      <p:sp>
        <p:nvSpPr>
          <p:cNvPr id="10" name="TextBox 16"/>
          <p:cNvSpPr txBox="1"/>
          <p:nvPr userDrawn="1"/>
        </p:nvSpPr>
        <p:spPr>
          <a:xfrm>
            <a:off x="4716016" y="6397878"/>
            <a:ext cx="4032448" cy="415498"/>
          </a:xfrm>
          <a:prstGeom prst="rect">
            <a:avLst/>
          </a:prstGeom>
          <a:noFill/>
        </p:spPr>
        <p:txBody>
          <a:bodyPr numCol="4" spcCol="360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107045, г. Москва,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ул. </a:t>
            </a:r>
            <a:r>
              <a:rPr lang="ru-RU" sz="700" dirty="0" err="1">
                <a:solidFill>
                  <a:schemeClr val="tx2"/>
                </a:solidFill>
                <a:latin typeface="+mn-lt"/>
                <a:cs typeface="+mn-cs"/>
              </a:rPr>
              <a:t>Сретенка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, д. 28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Т: +7 (495) 957-91-32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Ф: +7 (495) 957-75-77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facebook.com/mguu.ru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vk.com/</a:t>
            </a:r>
            <a:r>
              <a:rPr lang="en-US" sz="700" dirty="0" err="1">
                <a:solidFill>
                  <a:schemeClr val="tx2"/>
                </a:solidFill>
                <a:latin typeface="+mn-lt"/>
                <a:cs typeface="+mn-cs"/>
              </a:rPr>
              <a:t>mguu_ru</a:t>
            </a: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E-mail: info@mguu.ru</a:t>
            </a: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                     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7632848" cy="792088"/>
          </a:xfrm>
        </p:spPr>
        <p:txBody>
          <a:bodyPr anchor="t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Documents and Settings\Arina\Рабочий стол\new objects\презентация\человечки\gray logo mguu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6381750"/>
            <a:ext cx="2222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Группа 9"/>
          <p:cNvGrpSpPr/>
          <p:nvPr userDrawn="1"/>
        </p:nvGrpSpPr>
        <p:grpSpPr>
          <a:xfrm>
            <a:off x="1187624" y="5013176"/>
            <a:ext cx="433793" cy="455894"/>
            <a:chOff x="5361943" y="1450777"/>
            <a:chExt cx="2791804" cy="2934047"/>
          </a:xfrm>
          <a:solidFill>
            <a:schemeClr val="accent6"/>
          </a:solidFill>
        </p:grpSpPr>
        <p:sp>
          <p:nvSpPr>
            <p:cNvPr id="7" name="Полилиния 10"/>
            <p:cNvSpPr/>
            <p:nvPr/>
          </p:nvSpPr>
          <p:spPr>
            <a:xfrm>
              <a:off x="5362960" y="1450777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8" name="Полилиния 11"/>
            <p:cNvSpPr/>
            <p:nvPr/>
          </p:nvSpPr>
          <p:spPr>
            <a:xfrm>
              <a:off x="5361943" y="2280295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9" name="Полилиния 12"/>
            <p:cNvSpPr/>
            <p:nvPr/>
          </p:nvSpPr>
          <p:spPr>
            <a:xfrm>
              <a:off x="5362277" y="3111823"/>
              <a:ext cx="2790787" cy="1273001"/>
            </a:xfrm>
            <a:custGeom>
              <a:avLst/>
              <a:gdLst>
                <a:gd name="connsiteX0" fmla="*/ 0 w 288032"/>
                <a:gd name="connsiteY0" fmla="*/ 108012 h 216024"/>
                <a:gd name="connsiteX1" fmla="*/ 54006 w 288032"/>
                <a:gd name="connsiteY1" fmla="*/ 0 h 216024"/>
                <a:gd name="connsiteX2" fmla="*/ 234026 w 288032"/>
                <a:gd name="connsiteY2" fmla="*/ 0 h 216024"/>
                <a:gd name="connsiteX3" fmla="*/ 288032 w 288032"/>
                <a:gd name="connsiteY3" fmla="*/ 108012 h 216024"/>
                <a:gd name="connsiteX4" fmla="*/ 234026 w 288032"/>
                <a:gd name="connsiteY4" fmla="*/ 216024 h 216024"/>
                <a:gd name="connsiteX5" fmla="*/ 54006 w 288032"/>
                <a:gd name="connsiteY5" fmla="*/ 216024 h 216024"/>
                <a:gd name="connsiteX6" fmla="*/ 0 w 288032"/>
                <a:gd name="connsiteY6" fmla="*/ 108012 h 216024"/>
                <a:gd name="connsiteX0" fmla="*/ 0 w 432048"/>
                <a:gd name="connsiteY0" fmla="*/ 108012 h 360040"/>
                <a:gd name="connsiteX1" fmla="*/ 54006 w 432048"/>
                <a:gd name="connsiteY1" fmla="*/ 0 h 360040"/>
                <a:gd name="connsiteX2" fmla="*/ 234026 w 432048"/>
                <a:gd name="connsiteY2" fmla="*/ 0 h 360040"/>
                <a:gd name="connsiteX3" fmla="*/ 432048 w 432048"/>
                <a:gd name="connsiteY3" fmla="*/ 360040 h 360040"/>
                <a:gd name="connsiteX4" fmla="*/ 234026 w 432048"/>
                <a:gd name="connsiteY4" fmla="*/ 216024 h 360040"/>
                <a:gd name="connsiteX5" fmla="*/ 54006 w 432048"/>
                <a:gd name="connsiteY5" fmla="*/ 216024 h 360040"/>
                <a:gd name="connsiteX6" fmla="*/ 0 w 432048"/>
                <a:gd name="connsiteY6" fmla="*/ 108012 h 360040"/>
                <a:gd name="connsiteX0" fmla="*/ 0 w 432048"/>
                <a:gd name="connsiteY0" fmla="*/ 108012 h 619125"/>
                <a:gd name="connsiteX1" fmla="*/ 54006 w 432048"/>
                <a:gd name="connsiteY1" fmla="*/ 0 h 619125"/>
                <a:gd name="connsiteX2" fmla="*/ 234026 w 432048"/>
                <a:gd name="connsiteY2" fmla="*/ 0 h 619125"/>
                <a:gd name="connsiteX3" fmla="*/ 432048 w 432048"/>
                <a:gd name="connsiteY3" fmla="*/ 360040 h 619125"/>
                <a:gd name="connsiteX4" fmla="*/ 135775 w 432048"/>
                <a:gd name="connsiteY4" fmla="*/ 619125 h 619125"/>
                <a:gd name="connsiteX5" fmla="*/ 54006 w 432048"/>
                <a:gd name="connsiteY5" fmla="*/ 216024 h 619125"/>
                <a:gd name="connsiteX6" fmla="*/ 0 w 432048"/>
                <a:gd name="connsiteY6" fmla="*/ 108012 h 619125"/>
                <a:gd name="connsiteX0" fmla="*/ 0 w 432048"/>
                <a:gd name="connsiteY0" fmla="*/ 108012 h 1020589"/>
                <a:gd name="connsiteX1" fmla="*/ 54006 w 432048"/>
                <a:gd name="connsiteY1" fmla="*/ 0 h 1020589"/>
                <a:gd name="connsiteX2" fmla="*/ 234026 w 432048"/>
                <a:gd name="connsiteY2" fmla="*/ 0 h 1020589"/>
                <a:gd name="connsiteX3" fmla="*/ 432048 w 432048"/>
                <a:gd name="connsiteY3" fmla="*/ 360040 h 1020589"/>
                <a:gd name="connsiteX4" fmla="*/ 159141 w 432048"/>
                <a:gd name="connsiteY4" fmla="*/ 1020589 h 1020589"/>
                <a:gd name="connsiteX5" fmla="*/ 54006 w 432048"/>
                <a:gd name="connsiteY5" fmla="*/ 216024 h 1020589"/>
                <a:gd name="connsiteX6" fmla="*/ 0 w 432048"/>
                <a:gd name="connsiteY6" fmla="*/ 108012 h 1020589"/>
                <a:gd name="connsiteX0" fmla="*/ 0 w 1565523"/>
                <a:gd name="connsiteY0" fmla="*/ 108012 h 1020589"/>
                <a:gd name="connsiteX1" fmla="*/ 54006 w 1565523"/>
                <a:gd name="connsiteY1" fmla="*/ 0 h 1020589"/>
                <a:gd name="connsiteX2" fmla="*/ 234026 w 1565523"/>
                <a:gd name="connsiteY2" fmla="*/ 0 h 1020589"/>
                <a:gd name="connsiteX3" fmla="*/ 1565523 w 1565523"/>
                <a:gd name="connsiteY3" fmla="*/ 179065 h 1020589"/>
                <a:gd name="connsiteX4" fmla="*/ 159141 w 1565523"/>
                <a:gd name="connsiteY4" fmla="*/ 1020589 h 1020589"/>
                <a:gd name="connsiteX5" fmla="*/ 54006 w 1565523"/>
                <a:gd name="connsiteY5" fmla="*/ 216024 h 1020589"/>
                <a:gd name="connsiteX6" fmla="*/ 0 w 1565523"/>
                <a:gd name="connsiteY6" fmla="*/ 108012 h 1020589"/>
                <a:gd name="connsiteX0" fmla="*/ 0 w 1565523"/>
                <a:gd name="connsiteY0" fmla="*/ 362805 h 1275382"/>
                <a:gd name="connsiteX1" fmla="*/ 54006 w 1565523"/>
                <a:gd name="connsiteY1" fmla="*/ 254793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0 w 1565523"/>
                <a:gd name="connsiteY0" fmla="*/ 362805 h 1275382"/>
                <a:gd name="connsiteX1" fmla="*/ 327850 w 1565523"/>
                <a:gd name="connsiteY1" fmla="*/ 876299 h 1275382"/>
                <a:gd name="connsiteX2" fmla="*/ 1558001 w 1565523"/>
                <a:gd name="connsiteY2" fmla="*/ 0 h 1275382"/>
                <a:gd name="connsiteX3" fmla="*/ 1565523 w 1565523"/>
                <a:gd name="connsiteY3" fmla="*/ 433858 h 1275382"/>
                <a:gd name="connsiteX4" fmla="*/ 159141 w 1565523"/>
                <a:gd name="connsiteY4" fmla="*/ 1275382 h 1275382"/>
                <a:gd name="connsiteX5" fmla="*/ 54006 w 1565523"/>
                <a:gd name="connsiteY5" fmla="*/ 470817 h 1275382"/>
                <a:gd name="connsiteX6" fmla="*/ 0 w 1565523"/>
                <a:gd name="connsiteY6" fmla="*/ 362805 h 1275382"/>
                <a:gd name="connsiteX0" fmla="*/ 1069944 w 2635467"/>
                <a:gd name="connsiteY0" fmla="*/ 362805 h 1275382"/>
                <a:gd name="connsiteX1" fmla="*/ 1397794 w 2635467"/>
                <a:gd name="connsiteY1" fmla="*/ 876299 h 1275382"/>
                <a:gd name="connsiteX2" fmla="*/ 2627945 w 2635467"/>
                <a:gd name="connsiteY2" fmla="*/ 0 h 1275382"/>
                <a:gd name="connsiteX3" fmla="*/ 2635467 w 2635467"/>
                <a:gd name="connsiteY3" fmla="*/ 433858 h 1275382"/>
                <a:gd name="connsiteX4" fmla="*/ 1229085 w 2635467"/>
                <a:gd name="connsiteY4" fmla="*/ 1275382 h 1275382"/>
                <a:gd name="connsiteX5" fmla="*/ 0 w 2635467"/>
                <a:gd name="connsiteY5" fmla="*/ 456529 h 1275382"/>
                <a:gd name="connsiteX6" fmla="*/ 1069944 w 2635467"/>
                <a:gd name="connsiteY6" fmla="*/ 362805 h 1275382"/>
                <a:gd name="connsiteX0" fmla="*/ 0 w 2708523"/>
                <a:gd name="connsiteY0" fmla="*/ 177067 h 1275382"/>
                <a:gd name="connsiteX1" fmla="*/ 1470850 w 2708523"/>
                <a:gd name="connsiteY1" fmla="*/ 87629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297019 w 2708523"/>
                <a:gd name="connsiteY1" fmla="*/ 957262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08523"/>
                <a:gd name="connsiteY0" fmla="*/ 177067 h 1275382"/>
                <a:gd name="connsiteX1" fmla="*/ 1304163 w 2708523"/>
                <a:gd name="connsiteY1" fmla="*/ 835819 h 1275382"/>
                <a:gd name="connsiteX2" fmla="*/ 2701001 w 2708523"/>
                <a:gd name="connsiteY2" fmla="*/ 0 h 1275382"/>
                <a:gd name="connsiteX3" fmla="*/ 2708523 w 2708523"/>
                <a:gd name="connsiteY3" fmla="*/ 433858 h 1275382"/>
                <a:gd name="connsiteX4" fmla="*/ 1302141 w 2708523"/>
                <a:gd name="connsiteY4" fmla="*/ 1275382 h 1275382"/>
                <a:gd name="connsiteX5" fmla="*/ 73056 w 2708523"/>
                <a:gd name="connsiteY5" fmla="*/ 456529 h 1275382"/>
                <a:gd name="connsiteX6" fmla="*/ 0 w 2708523"/>
                <a:gd name="connsiteY6" fmla="*/ 177067 h 1275382"/>
                <a:gd name="connsiteX0" fmla="*/ 0 w 2784723"/>
                <a:gd name="connsiteY0" fmla="*/ 10380 h 1275382"/>
                <a:gd name="connsiteX1" fmla="*/ 1380363 w 2784723"/>
                <a:gd name="connsiteY1" fmla="*/ 835819 h 1275382"/>
                <a:gd name="connsiteX2" fmla="*/ 2777201 w 2784723"/>
                <a:gd name="connsiteY2" fmla="*/ 0 h 1275382"/>
                <a:gd name="connsiteX3" fmla="*/ 2784723 w 2784723"/>
                <a:gd name="connsiteY3" fmla="*/ 433858 h 1275382"/>
                <a:gd name="connsiteX4" fmla="*/ 1378341 w 2784723"/>
                <a:gd name="connsiteY4" fmla="*/ 1275382 h 1275382"/>
                <a:gd name="connsiteX5" fmla="*/ 149256 w 2784723"/>
                <a:gd name="connsiteY5" fmla="*/ 456529 h 1275382"/>
                <a:gd name="connsiteX6" fmla="*/ 0 w 2784723"/>
                <a:gd name="connsiteY6" fmla="*/ 10380 h 1275382"/>
                <a:gd name="connsiteX0" fmla="*/ 3144 w 2787867"/>
                <a:gd name="connsiteY0" fmla="*/ 10380 h 1275382"/>
                <a:gd name="connsiteX1" fmla="*/ 1383507 w 2787867"/>
                <a:gd name="connsiteY1" fmla="*/ 835819 h 1275382"/>
                <a:gd name="connsiteX2" fmla="*/ 2780345 w 2787867"/>
                <a:gd name="connsiteY2" fmla="*/ 0 h 1275382"/>
                <a:gd name="connsiteX3" fmla="*/ 2787867 w 2787867"/>
                <a:gd name="connsiteY3" fmla="*/ 433858 h 1275382"/>
                <a:gd name="connsiteX4" fmla="*/ 1381485 w 2787867"/>
                <a:gd name="connsiteY4" fmla="*/ 1275382 h 1275382"/>
                <a:gd name="connsiteX5" fmla="*/ 0 w 2787867"/>
                <a:gd name="connsiteY5" fmla="*/ 439861 h 1275382"/>
                <a:gd name="connsiteX6" fmla="*/ 3144 w 2787867"/>
                <a:gd name="connsiteY6" fmla="*/ 10380 h 1275382"/>
                <a:gd name="connsiteX0" fmla="*/ 0 w 2789486"/>
                <a:gd name="connsiteY0" fmla="*/ 7998 h 1275382"/>
                <a:gd name="connsiteX1" fmla="*/ 1385126 w 2789486"/>
                <a:gd name="connsiteY1" fmla="*/ 835819 h 1275382"/>
                <a:gd name="connsiteX2" fmla="*/ 2781964 w 2789486"/>
                <a:gd name="connsiteY2" fmla="*/ 0 h 1275382"/>
                <a:gd name="connsiteX3" fmla="*/ 2789486 w 2789486"/>
                <a:gd name="connsiteY3" fmla="*/ 433858 h 1275382"/>
                <a:gd name="connsiteX4" fmla="*/ 1383104 w 2789486"/>
                <a:gd name="connsiteY4" fmla="*/ 1275382 h 1275382"/>
                <a:gd name="connsiteX5" fmla="*/ 1619 w 2789486"/>
                <a:gd name="connsiteY5" fmla="*/ 439861 h 1275382"/>
                <a:gd name="connsiteX6" fmla="*/ 0 w 2789486"/>
                <a:gd name="connsiteY6" fmla="*/ 7998 h 1275382"/>
                <a:gd name="connsiteX0" fmla="*/ 0 w 2789486"/>
                <a:gd name="connsiteY0" fmla="*/ 7998 h 1220614"/>
                <a:gd name="connsiteX1" fmla="*/ 1385126 w 2789486"/>
                <a:gd name="connsiteY1" fmla="*/ 835819 h 1220614"/>
                <a:gd name="connsiteX2" fmla="*/ 2781964 w 2789486"/>
                <a:gd name="connsiteY2" fmla="*/ 0 h 1220614"/>
                <a:gd name="connsiteX3" fmla="*/ 2789486 w 2789486"/>
                <a:gd name="connsiteY3" fmla="*/ 433858 h 1220614"/>
                <a:gd name="connsiteX4" fmla="*/ 1364054 w 2789486"/>
                <a:gd name="connsiteY4" fmla="*/ 1220614 h 1220614"/>
                <a:gd name="connsiteX5" fmla="*/ 1619 w 2789486"/>
                <a:gd name="connsiteY5" fmla="*/ 439861 h 1220614"/>
                <a:gd name="connsiteX6" fmla="*/ 0 w 2789486"/>
                <a:gd name="connsiteY6" fmla="*/ 7998 h 1220614"/>
                <a:gd name="connsiteX0" fmla="*/ 0 w 2789486"/>
                <a:gd name="connsiteY0" fmla="*/ 7998 h 1277764"/>
                <a:gd name="connsiteX1" fmla="*/ 1385126 w 2789486"/>
                <a:gd name="connsiteY1" fmla="*/ 835819 h 1277764"/>
                <a:gd name="connsiteX2" fmla="*/ 2781964 w 2789486"/>
                <a:gd name="connsiteY2" fmla="*/ 0 h 1277764"/>
                <a:gd name="connsiteX3" fmla="*/ 2789486 w 2789486"/>
                <a:gd name="connsiteY3" fmla="*/ 433858 h 1277764"/>
                <a:gd name="connsiteX4" fmla="*/ 1383104 w 2789486"/>
                <a:gd name="connsiteY4" fmla="*/ 1277764 h 1277764"/>
                <a:gd name="connsiteX5" fmla="*/ 1619 w 2789486"/>
                <a:gd name="connsiteY5" fmla="*/ 439861 h 1277764"/>
                <a:gd name="connsiteX6" fmla="*/ 0 w 2789486"/>
                <a:gd name="connsiteY6" fmla="*/ 7998 h 1277764"/>
                <a:gd name="connsiteX0" fmla="*/ 0 w 2781964"/>
                <a:gd name="connsiteY0" fmla="*/ 7998 h 1277764"/>
                <a:gd name="connsiteX1" fmla="*/ 1385126 w 2781964"/>
                <a:gd name="connsiteY1" fmla="*/ 835819 h 1277764"/>
                <a:gd name="connsiteX2" fmla="*/ 2781964 w 2781964"/>
                <a:gd name="connsiteY2" fmla="*/ 0 h 1277764"/>
                <a:gd name="connsiteX3" fmla="*/ 2741861 w 2781964"/>
                <a:gd name="connsiteY3" fmla="*/ 407664 h 1277764"/>
                <a:gd name="connsiteX4" fmla="*/ 1383104 w 2781964"/>
                <a:gd name="connsiteY4" fmla="*/ 1277764 h 1277764"/>
                <a:gd name="connsiteX5" fmla="*/ 1619 w 2781964"/>
                <a:gd name="connsiteY5" fmla="*/ 439861 h 1277764"/>
                <a:gd name="connsiteX6" fmla="*/ 0 w 2781964"/>
                <a:gd name="connsiteY6" fmla="*/ 7998 h 1277764"/>
                <a:gd name="connsiteX0" fmla="*/ 0 w 2784723"/>
                <a:gd name="connsiteY0" fmla="*/ 7998 h 1277764"/>
                <a:gd name="connsiteX1" fmla="*/ 1385126 w 2784723"/>
                <a:gd name="connsiteY1" fmla="*/ 835819 h 1277764"/>
                <a:gd name="connsiteX2" fmla="*/ 2781964 w 2784723"/>
                <a:gd name="connsiteY2" fmla="*/ 0 h 1277764"/>
                <a:gd name="connsiteX3" fmla="*/ 2784723 w 2784723"/>
                <a:gd name="connsiteY3" fmla="*/ 436239 h 1277764"/>
                <a:gd name="connsiteX4" fmla="*/ 1383104 w 2784723"/>
                <a:gd name="connsiteY4" fmla="*/ 1277764 h 1277764"/>
                <a:gd name="connsiteX5" fmla="*/ 1619 w 2784723"/>
                <a:gd name="connsiteY5" fmla="*/ 439861 h 1277764"/>
                <a:gd name="connsiteX6" fmla="*/ 0 w 2784723"/>
                <a:gd name="connsiteY6" fmla="*/ 7998 h 1277764"/>
                <a:gd name="connsiteX0" fmla="*/ 0 w 2784723"/>
                <a:gd name="connsiteY0" fmla="*/ 0 h 1269766"/>
                <a:gd name="connsiteX1" fmla="*/ 1385126 w 2784723"/>
                <a:gd name="connsiteY1" fmla="*/ 827821 h 1269766"/>
                <a:gd name="connsiteX2" fmla="*/ 2765296 w 2784723"/>
                <a:gd name="connsiteY2" fmla="*/ 53915 h 1269766"/>
                <a:gd name="connsiteX3" fmla="*/ 2784723 w 2784723"/>
                <a:gd name="connsiteY3" fmla="*/ 428241 h 1269766"/>
                <a:gd name="connsiteX4" fmla="*/ 1383104 w 2784723"/>
                <a:gd name="connsiteY4" fmla="*/ 1269766 h 1269766"/>
                <a:gd name="connsiteX5" fmla="*/ 1619 w 2784723"/>
                <a:gd name="connsiteY5" fmla="*/ 431863 h 1269766"/>
                <a:gd name="connsiteX6" fmla="*/ 0 w 2784723"/>
                <a:gd name="connsiteY6" fmla="*/ 0 h 1269766"/>
                <a:gd name="connsiteX0" fmla="*/ 0 w 2785266"/>
                <a:gd name="connsiteY0" fmla="*/ 3235 h 1273001"/>
                <a:gd name="connsiteX1" fmla="*/ 1385126 w 2785266"/>
                <a:gd name="connsiteY1" fmla="*/ 83105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50106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80363 w 2785266"/>
                <a:gd name="connsiteY1" fmla="*/ 835819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0 w 2785266"/>
                <a:gd name="connsiteY0" fmla="*/ 3235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3235 h 1273001"/>
                <a:gd name="connsiteX0" fmla="*/ 32258 w 2784187"/>
                <a:gd name="connsiteY0" fmla="*/ 62767 h 1273001"/>
                <a:gd name="connsiteX1" fmla="*/ 1376903 w 2784187"/>
                <a:gd name="connsiteY1" fmla="*/ 831057 h 1273001"/>
                <a:gd name="connsiteX2" fmla="*/ 2783267 w 2784187"/>
                <a:gd name="connsiteY2" fmla="*/ 0 h 1273001"/>
                <a:gd name="connsiteX3" fmla="*/ 2783644 w 2784187"/>
                <a:gd name="connsiteY3" fmla="*/ 431476 h 1273001"/>
                <a:gd name="connsiteX4" fmla="*/ 1382025 w 2784187"/>
                <a:gd name="connsiteY4" fmla="*/ 1273001 h 1273001"/>
                <a:gd name="connsiteX5" fmla="*/ 540 w 2784187"/>
                <a:gd name="connsiteY5" fmla="*/ 435098 h 1273001"/>
                <a:gd name="connsiteX6" fmla="*/ 32258 w 2784187"/>
                <a:gd name="connsiteY6" fmla="*/ 62767 h 1273001"/>
                <a:gd name="connsiteX0" fmla="*/ 0 w 2785266"/>
                <a:gd name="connsiteY0" fmla="*/ 854 h 1273001"/>
                <a:gd name="connsiteX1" fmla="*/ 1377982 w 2785266"/>
                <a:gd name="connsiteY1" fmla="*/ 831057 h 1273001"/>
                <a:gd name="connsiteX2" fmla="*/ 2784346 w 2785266"/>
                <a:gd name="connsiteY2" fmla="*/ 0 h 1273001"/>
                <a:gd name="connsiteX3" fmla="*/ 2784723 w 2785266"/>
                <a:gd name="connsiteY3" fmla="*/ 431476 h 1273001"/>
                <a:gd name="connsiteX4" fmla="*/ 1383104 w 2785266"/>
                <a:gd name="connsiteY4" fmla="*/ 1273001 h 1273001"/>
                <a:gd name="connsiteX5" fmla="*/ 1619 w 2785266"/>
                <a:gd name="connsiteY5" fmla="*/ 435098 h 1273001"/>
                <a:gd name="connsiteX6" fmla="*/ 0 w 2785266"/>
                <a:gd name="connsiteY6" fmla="*/ 854 h 1273001"/>
                <a:gd name="connsiteX0" fmla="*/ 1302 w 2786568"/>
                <a:gd name="connsiteY0" fmla="*/ 854 h 1273001"/>
                <a:gd name="connsiteX1" fmla="*/ 1379284 w 2786568"/>
                <a:gd name="connsiteY1" fmla="*/ 831057 h 1273001"/>
                <a:gd name="connsiteX2" fmla="*/ 2785648 w 2786568"/>
                <a:gd name="connsiteY2" fmla="*/ 0 h 1273001"/>
                <a:gd name="connsiteX3" fmla="*/ 2786025 w 2786568"/>
                <a:gd name="connsiteY3" fmla="*/ 431476 h 1273001"/>
                <a:gd name="connsiteX4" fmla="*/ 1384406 w 2786568"/>
                <a:gd name="connsiteY4" fmla="*/ 1273001 h 1273001"/>
                <a:gd name="connsiteX5" fmla="*/ 540 w 2786568"/>
                <a:gd name="connsiteY5" fmla="*/ 432717 h 1273001"/>
                <a:gd name="connsiteX6" fmla="*/ 1302 w 2786568"/>
                <a:gd name="connsiteY6" fmla="*/ 854 h 1273001"/>
                <a:gd name="connsiteX0" fmla="*/ 1302 w 2790787"/>
                <a:gd name="connsiteY0" fmla="*/ 854 h 1273001"/>
                <a:gd name="connsiteX1" fmla="*/ 1379284 w 2790787"/>
                <a:gd name="connsiteY1" fmla="*/ 831057 h 1273001"/>
                <a:gd name="connsiteX2" fmla="*/ 2785648 w 2790787"/>
                <a:gd name="connsiteY2" fmla="*/ 0 h 1273001"/>
                <a:gd name="connsiteX3" fmla="*/ 2790787 w 2790787"/>
                <a:gd name="connsiteY3" fmla="*/ 429095 h 1273001"/>
                <a:gd name="connsiteX4" fmla="*/ 1384406 w 2790787"/>
                <a:gd name="connsiteY4" fmla="*/ 1273001 h 1273001"/>
                <a:gd name="connsiteX5" fmla="*/ 540 w 2790787"/>
                <a:gd name="connsiteY5" fmla="*/ 432717 h 1273001"/>
                <a:gd name="connsiteX6" fmla="*/ 1302 w 2790787"/>
                <a:gd name="connsiteY6" fmla="*/ 854 h 127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0787" h="1273001">
                  <a:moveTo>
                    <a:pt x="1302" y="854"/>
                  </a:moveTo>
                  <a:lnTo>
                    <a:pt x="1379284" y="831057"/>
                  </a:lnTo>
                  <a:lnTo>
                    <a:pt x="2785648" y="0"/>
                  </a:lnTo>
                  <a:cubicBezTo>
                    <a:pt x="2786568" y="145413"/>
                    <a:pt x="2789867" y="283682"/>
                    <a:pt x="2790787" y="429095"/>
                  </a:cubicBezTo>
                  <a:lnTo>
                    <a:pt x="1384406" y="1273001"/>
                  </a:lnTo>
                  <a:lnTo>
                    <a:pt x="540" y="432717"/>
                  </a:lnTo>
                  <a:cubicBezTo>
                    <a:pt x="0" y="288763"/>
                    <a:pt x="1842" y="144808"/>
                    <a:pt x="1302" y="85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sp>
        <p:nvSpPr>
          <p:cNvPr id="10" name="TextBox 13"/>
          <p:cNvSpPr txBox="1"/>
          <p:nvPr userDrawn="1"/>
        </p:nvSpPr>
        <p:spPr>
          <a:xfrm>
            <a:off x="4716016" y="6397878"/>
            <a:ext cx="4032448" cy="415498"/>
          </a:xfrm>
          <a:prstGeom prst="rect">
            <a:avLst/>
          </a:prstGeom>
          <a:noFill/>
        </p:spPr>
        <p:txBody>
          <a:bodyPr numCol="4" spcCol="360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107045, г. Москва,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ул. </a:t>
            </a:r>
            <a:r>
              <a:rPr lang="ru-RU" sz="700" dirty="0" err="1">
                <a:solidFill>
                  <a:schemeClr val="tx2"/>
                </a:solidFill>
                <a:latin typeface="+mn-lt"/>
                <a:cs typeface="+mn-cs"/>
              </a:rPr>
              <a:t>Сретенка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, д. 28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Т: +7 (495) 957-91-32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Ф: +7 (495) 957-75-77</a:t>
            </a:r>
            <a:endParaRPr lang="en-US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facebook.com/mguu.ru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vk.com/</a:t>
            </a:r>
            <a:r>
              <a:rPr lang="en-US" sz="700" dirty="0" err="1">
                <a:solidFill>
                  <a:schemeClr val="tx2"/>
                </a:solidFill>
                <a:latin typeface="+mn-lt"/>
                <a:cs typeface="+mn-cs"/>
              </a:rPr>
              <a:t>mguu_ru</a:t>
            </a: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E-mail: info@mguu.ru</a:t>
            </a: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700" dirty="0">
              <a:solidFill>
                <a:schemeClr val="tx2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dirty="0">
                <a:solidFill>
                  <a:schemeClr val="tx2"/>
                </a:solidFill>
                <a:latin typeface="+mn-lt"/>
                <a:cs typeface="+mn-cs"/>
              </a:rPr>
              <a:t>                      </a:t>
            </a:r>
            <a:r>
              <a:rPr lang="ru-RU" sz="700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1680" y="4800600"/>
            <a:ext cx="6336704" cy="566738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6"/>
                </a:solidFill>
              </a:defRPr>
            </a:lvl1pPr>
          </a:lstStyle>
          <a:p>
            <a:r>
              <a:rPr lang="en-US" dirty="0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187624" y="404664"/>
            <a:ext cx="6840760" cy="432291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91680" y="5367338"/>
            <a:ext cx="6336704" cy="8048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orbe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Заголовок 12"/>
          <p:cNvSpPr>
            <a:spLocks noGrp="1"/>
          </p:cNvSpPr>
          <p:nvPr>
            <p:ph type="ctrTitle"/>
          </p:nvPr>
        </p:nvSpPr>
        <p:spPr>
          <a:xfrm>
            <a:off x="1187624" y="4005263"/>
            <a:ext cx="6768751" cy="1470025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>
                <a:solidFill>
                  <a:schemeClr val="tx1"/>
                </a:solidFill>
              </a:rPr>
              <a:t>«ГОСУДАРСТВЕННАЯ СЛУЖБА  РОССИЙСКОЙ ФЕДАРАЦИИ»</a:t>
            </a:r>
          </a:p>
        </p:txBody>
      </p:sp>
      <p:sp>
        <p:nvSpPr>
          <p:cNvPr id="13314" name="Подзаголовок 13"/>
          <p:cNvSpPr>
            <a:spLocks noGrp="1"/>
          </p:cNvSpPr>
          <p:nvPr>
            <p:ph type="subTitle" idx="1"/>
          </p:nvPr>
        </p:nvSpPr>
        <p:spPr>
          <a:xfrm>
            <a:off x="1427163" y="5716588"/>
            <a:ext cx="3241675" cy="792162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ru-RU" altLang="ru-RU" sz="2000" dirty="0" smtClean="0"/>
              <a:t>Любина Ольга Николаевна,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ru-RU" altLang="ru-RU" sz="2000" dirty="0" smtClean="0"/>
              <a:t>заместитель заведующего кафедрой государственного управления и кадровой политики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Название 1"/>
          <p:cNvSpPr>
            <a:spLocks noGrp="1"/>
          </p:cNvSpPr>
          <p:nvPr>
            <p:ph type="title" idx="4294967295"/>
          </p:nvPr>
        </p:nvSpPr>
        <p:spPr>
          <a:xfrm>
            <a:off x="539750" y="404813"/>
            <a:ext cx="7772400" cy="863600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Вопросы для рассмотрения</a:t>
            </a:r>
          </a:p>
        </p:txBody>
      </p:sp>
      <p:pic>
        <p:nvPicPr>
          <p:cNvPr id="5" name="Picture 8" descr="http://im1-tub-ru.yandex.net/i?id=a4f5637e5796e44faf698aba0a2eba83-55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4784"/>
            <a:ext cx="2286000" cy="1428750"/>
          </a:xfrm>
          <a:prstGeom prst="rect">
            <a:avLst/>
          </a:prstGeom>
          <a:noFill/>
        </p:spPr>
      </p:pic>
      <p:sp>
        <p:nvSpPr>
          <p:cNvPr id="8" name="Подзаголовок 2"/>
          <p:cNvSpPr txBox="1">
            <a:spLocks/>
          </p:cNvSpPr>
          <p:nvPr/>
        </p:nvSpPr>
        <p:spPr bwMode="auto">
          <a:xfrm>
            <a:off x="2411760" y="1556792"/>
            <a:ext cx="640871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eriod"/>
              <a:tabLst/>
              <a:defRPr/>
            </a:pPr>
            <a:r>
              <a:rPr kumimoji="0" lang="ru-RU" sz="24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Сущность государственной службы.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eriod"/>
              <a:tabLst/>
              <a:defRPr/>
            </a:pPr>
            <a:r>
              <a:rPr kumimoji="0" lang="ru-RU" sz="24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Система государственной службы: организационные основы.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AutoNum type="arabicPeriod"/>
              <a:tabLst/>
              <a:defRPr/>
            </a:pPr>
            <a:r>
              <a:rPr lang="ru-RU" sz="2400" b="1" i="1" dirty="0" smtClean="0">
                <a:latin typeface="+mn-lt"/>
                <a:cs typeface="+mn-cs"/>
              </a:rPr>
              <a:t>Правовые основы государственной гражданской службы.</a:t>
            </a:r>
            <a:endParaRPr kumimoji="0" lang="ru-RU" sz="24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lang="ru-RU" sz="2400" b="1" i="1" dirty="0" smtClean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b="1" dirty="0" smtClean="0"/>
              <a:t>Государственная служба РФ</a:t>
            </a:r>
            <a:endParaRPr lang="ru-RU" dirty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99592" y="3284984"/>
            <a:ext cx="43204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Федеральный закон в соответствии с Конституцией РФ определяет правовые и организационные основы системы государственной службы РФ, в том числе системы управления государственной службой РФ.</a:t>
            </a:r>
            <a:endParaRPr lang="ru-RU" dirty="0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1979712" y="1700808"/>
            <a:ext cx="5400600" cy="1008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ctr" defTabSz="91440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tabLst/>
              <a:defRPr/>
            </a:pPr>
            <a:r>
              <a:rPr lang="ru-RU" sz="2000" b="1" i="1" dirty="0" smtClean="0">
                <a:latin typeface="+mn-lt"/>
                <a:cs typeface="+mn-cs"/>
              </a:rPr>
              <a:t>Федеральный закон от 27.05.2003 № 58-ФЗ «О системе государственной службы Российской Федерации»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 descr="http://im2-tub-ru.yandex.net/i?id=1eb45aba147685104e3e50a23eceab91-94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2852936"/>
            <a:ext cx="1597025" cy="260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b="1" dirty="0" smtClean="0"/>
              <a:t>Государственная служба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1628800"/>
            <a:ext cx="7848872" cy="39604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1600" i="1" dirty="0" smtClean="0"/>
              <a:t> </a:t>
            </a:r>
            <a:r>
              <a:rPr lang="ru-RU" sz="1600" b="1" i="1" dirty="0" smtClean="0"/>
              <a:t>Государственная служба Российской Федерации </a:t>
            </a:r>
            <a:r>
              <a:rPr lang="ru-RU" sz="1600" i="1" dirty="0" smtClean="0"/>
              <a:t>- </a:t>
            </a:r>
            <a:r>
              <a:rPr lang="ru-RU" sz="1600" b="1" i="1" dirty="0" smtClean="0">
                <a:solidFill>
                  <a:srgbClr val="FF0000"/>
                </a:solidFill>
              </a:rPr>
              <a:t>профессиональная служебная деятельность </a:t>
            </a:r>
            <a:r>
              <a:rPr lang="ru-RU" sz="1600" i="1" dirty="0" smtClean="0"/>
              <a:t>граждан РФ по обеспечению исполнения полномочий:</a:t>
            </a:r>
          </a:p>
          <a:p>
            <a:r>
              <a:rPr lang="ru-RU" sz="1600" i="1" dirty="0" smtClean="0"/>
              <a:t>Российской Федерации;</a:t>
            </a:r>
          </a:p>
          <a:p>
            <a:r>
              <a:rPr lang="ru-RU" sz="1600" i="1" dirty="0" smtClean="0"/>
              <a:t>федеральных органов государственной власти, иных федеральных государственных органов;</a:t>
            </a:r>
          </a:p>
          <a:p>
            <a:r>
              <a:rPr lang="ru-RU" sz="1600" i="1" dirty="0" smtClean="0"/>
              <a:t>субъектов Российской Федерации;</a:t>
            </a:r>
          </a:p>
          <a:p>
            <a:r>
              <a:rPr lang="ru-RU" sz="1600" i="1" dirty="0" smtClean="0"/>
              <a:t>органов государственной власти субъектов Российской Федерации, иных государственных органов субъектов Российской Федерации;</a:t>
            </a:r>
          </a:p>
          <a:p>
            <a:r>
              <a:rPr lang="ru-RU" sz="1600" i="1" dirty="0" smtClean="0"/>
              <a:t>лиц, замещающих должности, устанавливаемые Конституцией Российской Федерации, федеральными законами для непосредственного исполнения полномочий федеральных государственных органов;</a:t>
            </a:r>
          </a:p>
          <a:p>
            <a:r>
              <a:rPr lang="ru-RU" sz="1600" i="1" dirty="0" smtClean="0"/>
              <a:t>лиц, замещающих должности, устанавливаемые конституциями, уставами, законами субъектов Российской Федерации для непосредственного исполнения полномочий государственных органов субъектов Российской Федерации.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6228184" y="5877272"/>
            <a:ext cx="2448272" cy="360040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3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Федеральный закон № 58-ФЗ, Ст. 1.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Система государственной службы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429000"/>
            <a:ext cx="2304256" cy="172819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i="1" dirty="0" smtClean="0"/>
              <a:t>подразделяется на : </a:t>
            </a:r>
          </a:p>
          <a:p>
            <a:pPr marL="0" indent="0"/>
            <a:r>
              <a:rPr lang="ru-RU" i="1" dirty="0" smtClean="0"/>
              <a:t>  </a:t>
            </a:r>
            <a:r>
              <a:rPr lang="ru-RU" b="1" i="1" dirty="0" smtClean="0"/>
              <a:t>федеральную</a:t>
            </a:r>
            <a:r>
              <a:rPr lang="ru-RU" i="1" dirty="0" smtClean="0"/>
              <a:t> государственную гражданскую службу</a:t>
            </a:r>
          </a:p>
          <a:p>
            <a:pPr marL="0" indent="0"/>
            <a:r>
              <a:rPr lang="ru-RU" i="1" dirty="0" smtClean="0"/>
              <a:t>   государственную гражданскую службу </a:t>
            </a:r>
            <a:r>
              <a:rPr lang="ru-RU" b="1" i="1" dirty="0" smtClean="0"/>
              <a:t>субъекта РФ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95536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гражданская служба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03848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Военная служба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84168" y="1700808"/>
            <a:ext cx="2448272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 служба иных видов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3563888" y="3284984"/>
            <a:ext cx="468052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ru-RU" i="1" dirty="0" smtClean="0">
                <a:latin typeface="+mn-lt"/>
                <a:cs typeface="+mn-cs"/>
              </a:rPr>
              <a:t>Военная служба и государственная  служба иных видов являются видами федеральной государственной службы.</a:t>
            </a:r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4572000" y="4869160"/>
            <a:ext cx="4112840" cy="1008112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Федеральный</a:t>
            </a:r>
            <a:r>
              <a:rPr kumimoji="0" lang="ru-RU" sz="1600" b="0" i="1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закон от 27.05.2003 № 58-ФЗ «О системе государственной службы Российской Федерации» </a:t>
            </a:r>
            <a:r>
              <a:rPr kumimoji="0" lang="ru-RU" sz="1600" b="0" i="1" u="none" strike="noStrike" kern="120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 редакция Федерального закона от </a:t>
            </a: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13.07.2015</a:t>
            </a:r>
            <a:r>
              <a:rPr kumimoji="0" lang="ru-RU" sz="1600" b="0" i="1" u="none" strike="noStrike" kern="120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№ 262-ФЗ</a:t>
            </a:r>
            <a:endParaRPr kumimoji="0" lang="ru-RU" sz="1600" b="0" i="1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Система государственной службы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429000"/>
            <a:ext cx="2304256" cy="172819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i="1" dirty="0" smtClean="0"/>
              <a:t>подразделяется на : </a:t>
            </a:r>
          </a:p>
          <a:p>
            <a:pPr marL="0" indent="0"/>
            <a:r>
              <a:rPr lang="ru-RU" i="1" dirty="0" smtClean="0"/>
              <a:t>  </a:t>
            </a:r>
            <a:r>
              <a:rPr lang="ru-RU" b="1" i="1" dirty="0" smtClean="0"/>
              <a:t>федеральную</a:t>
            </a:r>
            <a:r>
              <a:rPr lang="ru-RU" i="1" dirty="0" smtClean="0"/>
              <a:t> государственную гражданскую службу</a:t>
            </a:r>
          </a:p>
          <a:p>
            <a:pPr marL="0" indent="0"/>
            <a:r>
              <a:rPr lang="ru-RU" i="1" dirty="0" smtClean="0"/>
              <a:t>   государственную гражданскую службу </a:t>
            </a:r>
            <a:r>
              <a:rPr lang="ru-RU" b="1" i="1" dirty="0" smtClean="0"/>
              <a:t>субъекта РФ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95536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гражданская служба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03848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Военная служба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84168" y="1700808"/>
            <a:ext cx="2448272" cy="144016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Правоохранительная служба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3563888" y="3284984"/>
            <a:ext cx="468052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ru-RU" i="1" dirty="0" smtClean="0">
                <a:latin typeface="+mn-lt"/>
                <a:cs typeface="+mn-cs"/>
              </a:rPr>
              <a:t>Военная служба и правоохранительная служба являются видами федеральной государственной службы.</a:t>
            </a:r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4572000" y="4869160"/>
            <a:ext cx="4112840" cy="1008112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lvl="0" algn="ctr" fontAlgn="auto"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kumimoji="0" lang="ru-RU" sz="1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Федеральный</a:t>
            </a:r>
            <a:r>
              <a:rPr kumimoji="0" lang="ru-RU" sz="1600" b="0" i="1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закон от 27.05.2003 № 58-ФЗ «О системе государственной службы Российской Федерации</a:t>
            </a:r>
            <a:r>
              <a:rPr lang="ru-RU" sz="1600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» - </a:t>
            </a:r>
            <a:r>
              <a:rPr lang="ru-RU" sz="1600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редакция до </a:t>
            </a:r>
            <a:r>
              <a:rPr lang="ru-RU" sz="1600" b="1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13.07.2015</a:t>
            </a:r>
            <a:r>
              <a:rPr lang="ru-RU" sz="1600" i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kumimoji="0" lang="ru-RU" sz="1600" b="0" i="1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Принципы системы государственной службы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4653136"/>
            <a:ext cx="2880320" cy="17281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Обусловлены положениями Конституции, которые конкретизируются в законодательстве</a:t>
            </a:r>
            <a:endParaRPr lang="ru-RU" b="1" i="1" dirty="0" smtClean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75856" y="1484784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bg1"/>
                </a:solidFill>
              </a:rPr>
              <a:t>Принципы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67544" y="2996952"/>
            <a:ext cx="2952328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Конституционные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652120" y="2924944"/>
            <a:ext cx="2952328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Организационно-правовые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5796136" y="4581128"/>
            <a:ext cx="2736304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dirty="0" smtClean="0">
                <a:latin typeface="+mn-lt"/>
                <a:cs typeface="+mn-cs"/>
              </a:rPr>
              <a:t>Отражают механизм построения и функционирования государственной службы</a:t>
            </a: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5796136" y="2132856"/>
            <a:ext cx="1080120" cy="576064"/>
          </a:xfrm>
          <a:prstGeom prst="straightConnector1">
            <a:avLst/>
          </a:prstGeom>
          <a:ln w="50800"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1907704" y="2132856"/>
            <a:ext cx="1224136" cy="648072"/>
          </a:xfrm>
          <a:prstGeom prst="straightConnector1">
            <a:avLst/>
          </a:prstGeom>
          <a:ln w="50800"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b="1" dirty="0" smtClean="0"/>
              <a:t>Принципы системы государственной службы РФ -</a:t>
            </a:r>
            <a:br>
              <a:rPr lang="ru-RU" b="1" dirty="0" smtClean="0"/>
            </a:br>
            <a:r>
              <a:rPr lang="ru-RU" dirty="0" smtClean="0"/>
              <a:t>конституционные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84784"/>
            <a:ext cx="8136904" cy="2232248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федерализм</a:t>
            </a:r>
            <a:endParaRPr lang="ru-RU" sz="2000" dirty="0" smtClean="0"/>
          </a:p>
          <a:p>
            <a:r>
              <a:rPr lang="ru-RU" sz="2000" b="1" dirty="0" smtClean="0"/>
              <a:t>законность</a:t>
            </a:r>
            <a:endParaRPr lang="ru-RU" sz="2000" dirty="0" smtClean="0"/>
          </a:p>
          <a:p>
            <a:r>
              <a:rPr lang="ru-RU" sz="2000" b="1" dirty="0" smtClean="0"/>
              <a:t>приоритет прав и свобод человека и гражданина, их непосредственное действие, обязательность их признания, соблюдения и защиты</a:t>
            </a:r>
          </a:p>
          <a:p>
            <a:r>
              <a:rPr lang="ru-RU" sz="2000" b="1" dirty="0" smtClean="0"/>
              <a:t>равный доступ граждан к государственной службе</a:t>
            </a:r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6866" name="Picture 2" descr="https://im3-tub-ru.yandex.net/i?id=29e3597e0e74f2705b34a73755532942-78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4509120"/>
            <a:ext cx="2162175" cy="1428750"/>
          </a:xfrm>
          <a:prstGeom prst="rect">
            <a:avLst/>
          </a:prstGeom>
          <a:noFill/>
        </p:spPr>
      </p:pic>
      <p:pic>
        <p:nvPicPr>
          <p:cNvPr id="36868" name="Picture 4" descr="https://im3-tub-ru.yandex.net/i?id=0a2928e41541cb265ec6eb4b52fa5885-85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4509120"/>
            <a:ext cx="1428750" cy="1428750"/>
          </a:xfrm>
          <a:prstGeom prst="rect">
            <a:avLst/>
          </a:prstGeom>
          <a:noFill/>
        </p:spPr>
      </p:pic>
      <p:pic>
        <p:nvPicPr>
          <p:cNvPr id="36870" name="Picture 6" descr="https://im3-tub-ru.yandex.net/i?id=f78d029c56b4f4e3edab03dbdd503c5f-86-144&amp;n=2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2200" y="4437112"/>
            <a:ext cx="1790700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b="1" dirty="0" smtClean="0"/>
              <a:t>Принципы системы государственной службы РФ – организационно-правовые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84784"/>
            <a:ext cx="8136904" cy="3024336"/>
          </a:xfrm>
        </p:spPr>
        <p:txBody>
          <a:bodyPr>
            <a:noAutofit/>
          </a:bodyPr>
          <a:lstStyle/>
          <a:p>
            <a:r>
              <a:rPr lang="ru-RU" b="1" dirty="0" smtClean="0"/>
              <a:t>единство</a:t>
            </a:r>
            <a:r>
              <a:rPr lang="ru-RU" dirty="0" smtClean="0"/>
              <a:t> правовых и организационных основ государственной службы</a:t>
            </a:r>
          </a:p>
          <a:p>
            <a:r>
              <a:rPr lang="ru-RU" b="1" dirty="0" smtClean="0"/>
              <a:t>взаимосвязь</a:t>
            </a:r>
            <a:r>
              <a:rPr lang="ru-RU" dirty="0" smtClean="0"/>
              <a:t> государственной службы и муниципальной службы</a:t>
            </a:r>
          </a:p>
          <a:p>
            <a:r>
              <a:rPr lang="ru-RU" b="1" dirty="0" smtClean="0"/>
              <a:t>открытость</a:t>
            </a:r>
            <a:r>
              <a:rPr lang="ru-RU" dirty="0" smtClean="0"/>
              <a:t> государственной службы и ее </a:t>
            </a:r>
            <a:r>
              <a:rPr lang="ru-RU" b="1" dirty="0" smtClean="0"/>
              <a:t>доступность</a:t>
            </a:r>
            <a:r>
              <a:rPr lang="ru-RU" dirty="0" smtClean="0"/>
              <a:t> общественному контролю, объективное информирование общества о деятельности государственных служащих</a:t>
            </a:r>
          </a:p>
          <a:p>
            <a:r>
              <a:rPr lang="ru-RU" b="1" dirty="0" smtClean="0"/>
              <a:t>профессионализм и компетентность </a:t>
            </a:r>
            <a:r>
              <a:rPr lang="ru-RU" dirty="0" smtClean="0"/>
              <a:t>государственных служащих</a:t>
            </a:r>
          </a:p>
          <a:p>
            <a:r>
              <a:rPr lang="ru-RU" b="1" dirty="0" smtClean="0"/>
              <a:t>защита государственных служащих </a:t>
            </a:r>
            <a:r>
              <a:rPr lang="ru-RU" dirty="0" smtClean="0"/>
              <a:t>от неправомерного вмешательства в их профессиональную служебную деятельность как государственных органов и должностных лиц, так и физических и юридических лиц</a:t>
            </a:r>
            <a:endParaRPr lang="ru-RU" dirty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https://im3-tub-ru.yandex.net/i?id=3c27b6fcede1e1a43fee3b32b207f91f-60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4869160"/>
            <a:ext cx="2447925" cy="1428750"/>
          </a:xfrm>
          <a:prstGeom prst="rect">
            <a:avLst/>
          </a:prstGeom>
          <a:noFill/>
        </p:spPr>
      </p:pic>
      <p:pic>
        <p:nvPicPr>
          <p:cNvPr id="5" name="Picture 6" descr="https://im2-tub-ru.yandex.net/i?id=82cc54f7e4d3208a9716e0c57b641f28-18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4869160"/>
            <a:ext cx="1790700" cy="1428750"/>
          </a:xfrm>
          <a:prstGeom prst="rect">
            <a:avLst/>
          </a:prstGeom>
          <a:noFill/>
        </p:spPr>
      </p:pic>
      <p:pic>
        <p:nvPicPr>
          <p:cNvPr id="7" name="Picture 8" descr="https://im0-tub-ru.yandex.net/i?id=099fe06f5d3dc1e469ee37c7fc7d88a0-73-144&amp;n=2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04248" y="5085184"/>
            <a:ext cx="1248139" cy="9361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4653136"/>
            <a:ext cx="2880320" cy="1728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smtClean="0"/>
              <a:t>Исполнение полномочий : </a:t>
            </a:r>
          </a:p>
          <a:p>
            <a:pPr marL="0" indent="0"/>
            <a:r>
              <a:rPr lang="ru-RU" sz="1600" dirty="0" smtClean="0"/>
              <a:t> федеральных государственных органов</a:t>
            </a:r>
          </a:p>
          <a:p>
            <a:pPr marL="0" indent="0"/>
            <a:r>
              <a:rPr lang="ru-RU" sz="1600" dirty="0" smtClean="0"/>
              <a:t> лиц, замещающих государственные должности Российской Федерации.</a:t>
            </a:r>
            <a:endParaRPr lang="ru-RU" sz="1600" b="1" i="1" dirty="0" smtClean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75856" y="1484784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гражданская служба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11560" y="2996952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Федеральная государственная гражданская служба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940152" y="2924944"/>
            <a:ext cx="2448272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Государственная гражданская служба субъекта Российской Федерации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5220072" y="4581128"/>
            <a:ext cx="360040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1600" dirty="0" smtClean="0">
                <a:latin typeface="+mn-lt"/>
                <a:cs typeface="+mn-cs"/>
              </a:rPr>
              <a:t>Исполнение полномочий: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>
                <a:latin typeface="+mn-lt"/>
                <a:cs typeface="+mn-cs"/>
              </a:rPr>
              <a:t> субъекта РФ, 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>
                <a:latin typeface="+mn-lt"/>
                <a:cs typeface="+mn-cs"/>
              </a:rPr>
              <a:t> полномочий государственных органов субъекта РФ ,</a:t>
            </a:r>
          </a:p>
          <a:p>
            <a:pPr>
              <a:buFont typeface="Arial" pitchFamily="34" charset="0"/>
              <a:buChar char="•"/>
            </a:pPr>
            <a:r>
              <a:rPr lang="ru-RU" sz="1600" dirty="0" smtClean="0">
                <a:latin typeface="+mn-lt"/>
                <a:cs typeface="+mn-cs"/>
              </a:rPr>
              <a:t> лиц, замещающих государственные должности субъекта Российской Федерации.</a:t>
            </a: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5796136" y="2132856"/>
            <a:ext cx="1080120" cy="576064"/>
          </a:xfrm>
          <a:prstGeom prst="straightConnector1">
            <a:avLst/>
          </a:prstGeom>
          <a:ln w="50800"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1907704" y="2132856"/>
            <a:ext cx="1224136" cy="648072"/>
          </a:xfrm>
          <a:prstGeom prst="straightConnector1">
            <a:avLst/>
          </a:prstGeom>
          <a:ln w="50800">
            <a:headEnd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755576" y="1628800"/>
            <a:ext cx="4680520" cy="1008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Федеральный</a:t>
            </a: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закон от 27.07.2004 № 79-ФЗ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«О государственной гражданской службе Российской Федерации»</a:t>
            </a:r>
            <a:endParaRPr kumimoji="0" lang="ru-RU" sz="16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39552" y="3573016"/>
            <a:ext cx="50405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/>
              <a:t>Предметом регулирования настоящего Федерального закона являются отношения, связанные с </a:t>
            </a:r>
            <a:r>
              <a:rPr lang="ru-RU" sz="1400" b="1" dirty="0" smtClean="0"/>
              <a:t>поступлением</a:t>
            </a:r>
            <a:r>
              <a:rPr lang="ru-RU" sz="1400" dirty="0" smtClean="0"/>
              <a:t> на государственную гражданскую службу Российской Федерации, ее </a:t>
            </a:r>
            <a:r>
              <a:rPr lang="ru-RU" sz="1400" b="1" dirty="0" smtClean="0"/>
              <a:t>прохождением и прекращением</a:t>
            </a:r>
            <a:r>
              <a:rPr lang="ru-RU" sz="1400" dirty="0" smtClean="0"/>
              <a:t>, а также с </a:t>
            </a:r>
            <a:r>
              <a:rPr lang="ru-RU" sz="1400" b="1" dirty="0" smtClean="0"/>
              <a:t>определением правового положения</a:t>
            </a:r>
            <a:r>
              <a:rPr lang="ru-RU" sz="1400" dirty="0" smtClean="0"/>
              <a:t> (статуса) федерального государственного гражданского служащего и государственного гражданского служащего субъекта Российской Федерации.</a:t>
            </a:r>
            <a:endParaRPr lang="ru-RU" sz="1400" dirty="0"/>
          </a:p>
        </p:txBody>
      </p:sp>
      <p:pic>
        <p:nvPicPr>
          <p:cNvPr id="55302" name="Picture 6" descr="Федеральный закон &quot;О государственной гражданской службе Росс…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700808"/>
            <a:ext cx="2709729" cy="41764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132856"/>
            <a:ext cx="7992888" cy="417646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Глава 1. Общие положения </a:t>
            </a:r>
          </a:p>
          <a:p>
            <a:pPr>
              <a:buNone/>
            </a:pPr>
            <a:r>
              <a:rPr lang="ru-RU" dirty="0" smtClean="0"/>
              <a:t>Глава 2. Должности гражданской службы</a:t>
            </a:r>
          </a:p>
          <a:p>
            <a:pPr>
              <a:buNone/>
            </a:pPr>
            <a:r>
              <a:rPr lang="ru-RU" dirty="0" smtClean="0"/>
              <a:t>Глава 3. Правовое положение (статус) гражданского служащего</a:t>
            </a:r>
          </a:p>
          <a:p>
            <a:pPr>
              <a:buNone/>
            </a:pPr>
            <a:r>
              <a:rPr lang="ru-RU" dirty="0" smtClean="0"/>
              <a:t>Глава 4. Поступление на гражданскую службу</a:t>
            </a:r>
          </a:p>
          <a:p>
            <a:pPr>
              <a:buNone/>
            </a:pPr>
            <a:r>
              <a:rPr lang="ru-RU" dirty="0" smtClean="0"/>
              <a:t>Глава 5. Служебный контракт </a:t>
            </a:r>
          </a:p>
          <a:p>
            <a:pPr>
              <a:buNone/>
            </a:pPr>
            <a:r>
              <a:rPr lang="ru-RU" dirty="0" smtClean="0"/>
              <a:t>Глава 6. Основания и последствия прекращения служебного контракта </a:t>
            </a:r>
          </a:p>
          <a:p>
            <a:pPr>
              <a:buNone/>
            </a:pPr>
            <a:r>
              <a:rPr lang="ru-RU" dirty="0" smtClean="0"/>
              <a:t>Глава 7. Персональные данные гражданского служащего. Кадровая служба государственного органа </a:t>
            </a:r>
          </a:p>
          <a:p>
            <a:pPr>
              <a:buNone/>
            </a:pPr>
            <a:r>
              <a:rPr lang="ru-RU" dirty="0" smtClean="0"/>
              <a:t>Глава 8. Служебное время и время отдыха </a:t>
            </a:r>
          </a:p>
          <a:p>
            <a:pPr>
              <a:buNone/>
            </a:pPr>
            <a:r>
              <a:rPr lang="ru-RU" dirty="0" smtClean="0"/>
              <a:t>Глава 9. Прохождение гражданской службы </a:t>
            </a:r>
          </a:p>
          <a:p>
            <a:pPr>
              <a:buNone/>
            </a:pPr>
            <a:r>
              <a:rPr lang="ru-RU" dirty="0" smtClean="0"/>
              <a:t>Глава 10. Оплата труда гражданских служащих </a:t>
            </a:r>
          </a:p>
          <a:p>
            <a:pPr>
              <a:buNone/>
            </a:pPr>
            <a:r>
              <a:rPr lang="ru-RU" dirty="0" smtClean="0"/>
              <a:t>Глава 11. Государственные гарантии на гражданской службе </a:t>
            </a:r>
          </a:p>
          <a:p>
            <a:pPr>
              <a:buNone/>
            </a:pPr>
            <a:r>
              <a:rPr lang="ru-RU" dirty="0" smtClean="0"/>
              <a:t>Глава 12. Поощрения и награждения. Служебная дисциплина на гражданской службе </a:t>
            </a:r>
          </a:p>
          <a:p>
            <a:pPr>
              <a:buNone/>
            </a:pPr>
            <a:r>
              <a:rPr lang="ru-RU" dirty="0" smtClean="0"/>
              <a:t>Глава 13. Формирование кадрового состава гражданской службы </a:t>
            </a:r>
          </a:p>
          <a:p>
            <a:pPr>
              <a:buNone/>
            </a:pPr>
            <a:r>
              <a:rPr lang="ru-RU" dirty="0" smtClean="0"/>
              <a:t>Глава 14. Финансирование гражданской службы. Программы развития гражданской службы </a:t>
            </a:r>
          </a:p>
          <a:p>
            <a:pPr>
              <a:buNone/>
            </a:pPr>
            <a:r>
              <a:rPr lang="ru-RU" dirty="0" smtClean="0"/>
              <a:t>Глава 15. Государственный надзор и контроль за соблюдением законодательства Российской Федерации о государственной гражданской службе Российской Федерации </a:t>
            </a:r>
          </a:p>
          <a:p>
            <a:pPr>
              <a:buNone/>
            </a:pPr>
            <a:r>
              <a:rPr lang="ru-RU" dirty="0" smtClean="0"/>
              <a:t>Глава 16. Рассмотрение индивидуальных служебных споров</a:t>
            </a:r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1331640" y="1484784"/>
            <a:ext cx="6768752" cy="6480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Федеральный</a:t>
            </a: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закон от 27.07.2004 № 79-ФЗ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«О государственной гражданской службе Российской Федерации»</a:t>
            </a:r>
            <a:endParaRPr kumimoji="0" lang="ru-RU" sz="16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Государственные должности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1556793"/>
            <a:ext cx="80648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Виды государственных должностей: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 должности РФ и ее субъектов;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 должности государственной службы.</a:t>
            </a:r>
          </a:p>
          <a:p>
            <a:pPr>
              <a:buFont typeface="Arial" pitchFamily="34" charset="0"/>
              <a:buChar char="•"/>
            </a:pPr>
            <a:endParaRPr lang="ru-RU" sz="2000" i="1" dirty="0" smtClean="0"/>
          </a:p>
          <a:p>
            <a:r>
              <a:rPr lang="ru-RU" sz="2000" b="1" i="1" dirty="0" smtClean="0"/>
              <a:t>Государственные должности </a:t>
            </a:r>
            <a:r>
              <a:rPr lang="ru-RU" sz="2000" i="1" dirty="0" smtClean="0"/>
              <a:t>подразделяются: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 должности РФ (политические должности);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 должности субъектов РФ (политические должности);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государственные. должности федеральной государственной службы (гражданской, военной , иных видов);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государственные должности гражданской службы субъектов РФ.</a:t>
            </a:r>
          </a:p>
        </p:txBody>
      </p:sp>
    </p:spTree>
    <p:extLst>
      <p:ext uri="{BB962C8B-B14F-4D97-AF65-F5344CB8AC3E}">
        <p14:creationId xmlns:p14="http://schemas.microsoft.com/office/powerpoint/2010/main" val="218718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Государственные должности</a:t>
            </a:r>
            <a:endParaRPr lang="ru-RU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251520" y="1556792"/>
          <a:ext cx="856895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884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Государственные должности РФ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1556793"/>
            <a:ext cx="806489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/>
              <a:t>Государственные должности РФ – </a:t>
            </a:r>
            <a:r>
              <a:rPr lang="ru-RU" sz="2000" i="1" dirty="0" smtClean="0"/>
              <a:t>политические должности, которые устанавливаются Конституцией и законами РФ.</a:t>
            </a:r>
          </a:p>
          <a:p>
            <a:r>
              <a:rPr lang="ru-RU" sz="2000" i="1" dirty="0" smtClean="0"/>
              <a:t>Их замещают публичные политики, обладающие государственно-политическими властными полномочиями.</a:t>
            </a:r>
          </a:p>
          <a:p>
            <a:endParaRPr lang="ru-RU" sz="2000" i="1" dirty="0" smtClean="0"/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Президент РФ;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Председатель Совета Федерации (зам. председателя);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Председатель Государственной Думы РФ (зам. председателя);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Члены Совета Федерации;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Председатель Правительства РФ (зам. председателя);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Генеральный прокурор РФ, прокуроры субъекта РФ, прокуроры Прокуратуры РФ;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Судьи Конституционного и Верховного судов РФ;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Уполномоченный по правам человека и др.</a:t>
            </a:r>
          </a:p>
          <a:p>
            <a:pPr>
              <a:buFont typeface="Arial" pitchFamily="34" charset="0"/>
              <a:buChar char="•"/>
            </a:pPr>
            <a:endParaRPr lang="ru-RU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344195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Государственные должности субъектов РФ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1556793"/>
            <a:ext cx="806489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/>
              <a:t>Государственные должности субъектов РФ – </a:t>
            </a:r>
            <a:r>
              <a:rPr lang="ru-RU" sz="2000" i="1" dirty="0" smtClean="0"/>
              <a:t>политические должности, которые устанавливаются Конституцией и законами РФ, законами субъектов РФ.</a:t>
            </a:r>
          </a:p>
          <a:p>
            <a:endParaRPr lang="ru-RU" sz="2000" i="1" dirty="0" smtClean="0"/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Президенты республик;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Губернаторы краев, областей, округов (заместители);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Главы администраций (заместители);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Депутаты местных законодательных собраний;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Судьи Конституционного (уставного) суда субъекта  РФ.</a:t>
            </a:r>
          </a:p>
          <a:p>
            <a:endParaRPr lang="ru-RU" sz="2000" i="1" dirty="0" smtClean="0"/>
          </a:p>
        </p:txBody>
      </p:sp>
    </p:spTree>
    <p:extLst>
      <p:ext uri="{BB962C8B-B14F-4D97-AF65-F5344CB8AC3E}">
        <p14:creationId xmlns:p14="http://schemas.microsoft.com/office/powerpoint/2010/main" val="364683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Государственные должности РФ и субъектов РФ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1556793"/>
            <a:ext cx="8064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/>
              <a:t>Признаки лиц, замещающих государственные должности РФ и субъектов РФ:</a:t>
            </a:r>
          </a:p>
          <a:p>
            <a:r>
              <a:rPr lang="ru-RU" sz="2000" b="1" i="1" dirty="0" smtClean="0"/>
              <a:t> </a:t>
            </a:r>
            <a:endParaRPr lang="ru-RU" sz="2000" i="1" dirty="0" smtClean="0"/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избрание на всенародных выборах (Президент , депутаты);</a:t>
            </a:r>
          </a:p>
          <a:p>
            <a:pPr>
              <a:buFont typeface="Arial" pitchFamily="34" charset="0"/>
              <a:buChar char="•"/>
            </a:pPr>
            <a:r>
              <a:rPr lang="ru-RU" sz="2000" i="1" dirty="0" smtClean="0"/>
              <a:t>   утверждение высшими законодательными органами по представлению  глав исполнительной власти.</a:t>
            </a:r>
          </a:p>
        </p:txBody>
      </p:sp>
      <p:pic>
        <p:nvPicPr>
          <p:cNvPr id="96258" name="Picture 2" descr="http://a.static.joj.sk/uploads/tx_media/cms/2014/03/01/1393684789-Russia_Putin-5e775a6d6a0f4235bb4732dfaf1ec965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3645024"/>
            <a:ext cx="2720135" cy="1532116"/>
          </a:xfrm>
          <a:prstGeom prst="rect">
            <a:avLst/>
          </a:prstGeom>
          <a:noFill/>
        </p:spPr>
      </p:pic>
      <p:pic>
        <p:nvPicPr>
          <p:cNvPr id="96260" name="Picture 4" descr="http://www.lanzy.ru/uploads/posts/2013-04/1367241347_photolenta_1024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4509120"/>
            <a:ext cx="2448272" cy="1836204"/>
          </a:xfrm>
          <a:prstGeom prst="rect">
            <a:avLst/>
          </a:prstGeom>
          <a:noFill/>
        </p:spPr>
      </p:pic>
      <p:pic>
        <p:nvPicPr>
          <p:cNvPr id="96262" name="Picture 6" descr="http://kleinburd.ru/news/wp-content/uploads/2013/06/supercoolpics_03_05062013155618-1230x84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84168" y="4509120"/>
            <a:ext cx="2527558" cy="17281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350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Должности государственной службы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3645024"/>
            <a:ext cx="7272808" cy="17281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i="1" dirty="0" smtClean="0"/>
              <a:t>Должности подразделяется на : </a:t>
            </a:r>
          </a:p>
          <a:p>
            <a:pPr marL="0" indent="0"/>
            <a:r>
              <a:rPr lang="ru-RU" i="1" dirty="0" smtClean="0"/>
              <a:t>  должности федеральной государственной гражданской службы;</a:t>
            </a:r>
          </a:p>
          <a:p>
            <a:pPr marL="0" indent="0"/>
            <a:r>
              <a:rPr lang="ru-RU" i="1" dirty="0" smtClean="0"/>
              <a:t>  должности государственной гражданской службы субъектов РФ;</a:t>
            </a:r>
          </a:p>
          <a:p>
            <a:pPr marL="0" indent="0"/>
            <a:r>
              <a:rPr lang="ru-RU" i="1" dirty="0" smtClean="0"/>
              <a:t>   воинские должности:</a:t>
            </a:r>
          </a:p>
          <a:p>
            <a:pPr marL="0" indent="0"/>
            <a:r>
              <a:rPr lang="ru-RU" i="1" dirty="0" smtClean="0"/>
              <a:t>   должности государственной службы иных видов.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95536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гражданская служба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03848" y="1628800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Военная служба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84168" y="1700808"/>
            <a:ext cx="2448272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Государственная  служба иных видов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2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664633475"/>
              </p:ext>
            </p:extLst>
          </p:nvPr>
        </p:nvGraphicFramePr>
        <p:xfrm>
          <a:off x="683568" y="1412776"/>
          <a:ext cx="7848872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Должности государственной гражданской службы РФ</a:t>
            </a:r>
            <a:endParaRPr lang="ru-RU" dirty="0"/>
          </a:p>
        </p:txBody>
      </p:sp>
      <p:graphicFrame>
        <p:nvGraphicFramePr>
          <p:cNvPr id="5" name="Схема 4"/>
          <p:cNvGraphicFramePr/>
          <p:nvPr/>
        </p:nvGraphicFramePr>
        <p:xfrm>
          <a:off x="539552" y="1412776"/>
          <a:ext cx="475252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436096" y="1700808"/>
            <a:ext cx="33843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Должности категорий "руководители" и "помощники (советники)" подразделяются на высшую, главную и ведущую группы должностей гражданской службы.</a:t>
            </a:r>
          </a:p>
        </p:txBody>
      </p:sp>
      <p:pic>
        <p:nvPicPr>
          <p:cNvPr id="144386" name="Picture 2" descr="http://cs622816.vk.me/v622816318/2e73b/enZWSVnqJOY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0" y="4581128"/>
            <a:ext cx="2233057" cy="1656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81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Должности государственной гражданской службы РФ</a:t>
            </a:r>
            <a:endParaRPr lang="ru-RU" dirty="0"/>
          </a:p>
        </p:txBody>
      </p:sp>
      <p:graphicFrame>
        <p:nvGraphicFramePr>
          <p:cNvPr id="5" name="Схема 4"/>
          <p:cNvGraphicFramePr/>
          <p:nvPr/>
        </p:nvGraphicFramePr>
        <p:xfrm>
          <a:off x="539552" y="1412776"/>
          <a:ext cx="475252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436096" y="1700808"/>
            <a:ext cx="33843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Должности категории "специалисты" подразделяются на высшую, главную, ведущую и старшую группы должностей гражданской службы.</a:t>
            </a:r>
          </a:p>
        </p:txBody>
      </p:sp>
      <p:pic>
        <p:nvPicPr>
          <p:cNvPr id="144386" name="Picture 2" descr="http://cs622816.vk.me/v622816318/2e73b/enZWSVnqJOY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0" y="4581128"/>
            <a:ext cx="2233057" cy="1656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24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Должности государственной гражданской службы РФ</a:t>
            </a:r>
            <a:endParaRPr lang="ru-RU" dirty="0"/>
          </a:p>
        </p:txBody>
      </p:sp>
      <p:graphicFrame>
        <p:nvGraphicFramePr>
          <p:cNvPr id="5" name="Схема 4"/>
          <p:cNvGraphicFramePr/>
          <p:nvPr/>
        </p:nvGraphicFramePr>
        <p:xfrm>
          <a:off x="539552" y="1412776"/>
          <a:ext cx="475252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436096" y="1700808"/>
            <a:ext cx="33843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Должности категории "обеспечивающие специалисты" подразделяются на главную, ведущую, старшую и младшую группы должностей гражданской службы.</a:t>
            </a:r>
            <a:endParaRPr lang="ru-RU" dirty="0"/>
          </a:p>
        </p:txBody>
      </p:sp>
      <p:pic>
        <p:nvPicPr>
          <p:cNvPr id="144386" name="Picture 2" descr="http://cs622816.vk.me/v622816318/2e73b/enZWSVnqJOY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0" y="4581128"/>
            <a:ext cx="2233057" cy="1656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197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Реестры должностей  гражданской службы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1556792"/>
            <a:ext cx="82089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Должности федеральной государственной гражданской службы, классифицированные по государственным органам, категориям, группам, а также по иным признакам, составляют </a:t>
            </a:r>
            <a:r>
              <a:rPr lang="ru-RU" b="1" dirty="0" smtClean="0"/>
              <a:t>перечни должностей </a:t>
            </a:r>
            <a:r>
              <a:rPr lang="ru-RU" dirty="0" smtClean="0"/>
              <a:t>федеральной государственной гражданской службы, являющиеся соответствующими разделами </a:t>
            </a:r>
            <a:r>
              <a:rPr lang="ru-RU" b="1" dirty="0" smtClean="0"/>
              <a:t>Реестра должностей федеральной </a:t>
            </a:r>
            <a:r>
              <a:rPr lang="ru-RU" dirty="0" smtClean="0"/>
              <a:t>государственной гражданской службы. Реестр должностей федеральной государственной гражданской службы утверждается указом Президента Российской Федерации.</a:t>
            </a:r>
          </a:p>
          <a:p>
            <a:endParaRPr lang="ru-RU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683568" y="4869160"/>
            <a:ext cx="7632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/>
              <a:t>Указ Президента РФ от 31.12.2005 № 1574 </a:t>
            </a:r>
          </a:p>
          <a:p>
            <a:pPr algn="ctr"/>
            <a:r>
              <a:rPr lang="ru-RU" b="1" i="1" dirty="0" smtClean="0"/>
              <a:t>«О Реестре должностей Федеральной государственной гражданской службы»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158896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Реестры должностей  гражданской службы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11560" y="1519428"/>
          <a:ext cx="7992888" cy="4896704"/>
        </p:xfrm>
        <a:graphic>
          <a:graphicData uri="http://schemas.openxmlformats.org/drawingml/2006/table">
            <a:tbl>
              <a:tblPr/>
              <a:tblGrid>
                <a:gridCol w="7992888"/>
              </a:tblGrid>
              <a:tr h="6972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latin typeface="Calibri"/>
                          <a:ea typeface="Times New Roman"/>
                          <a:cs typeface="Calibri"/>
                        </a:rPr>
                        <a:t>Перечень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latin typeface="Calibri"/>
                          <a:ea typeface="Times New Roman"/>
                          <a:cs typeface="Calibri"/>
                        </a:rPr>
                        <a:t>должностей в Администрации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2. Должности категории "помощники (советники)"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Высшая группа должностей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Помощник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Советник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Старший референт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Референт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Помощник Секретаря Совета Безопасности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Помощник полномочного представителя Президента Российской Федерации в федеральном округе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07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Помощник Руководителя Администрации Президента Российской Федерации</a:t>
                      </a:r>
                    </a:p>
                  </a:txBody>
                  <a:tcPr marL="39370" marR="39370" marT="64770" marB="647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08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Реестры должностей  гражданской службы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1556792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Должности государственной гражданской службы субъекта Российской Федерации в государственных органах субъекта Российской Федерации, учреждаемые с учетом структуры этих органов и классифицируемые по категориям, группам должностей составляют </a:t>
            </a:r>
            <a:r>
              <a:rPr lang="ru-RU" b="1" dirty="0" smtClean="0"/>
              <a:t>перечни должностей</a:t>
            </a:r>
            <a:r>
              <a:rPr lang="ru-RU" dirty="0" smtClean="0"/>
              <a:t> государственной гражданской службы субъекта Российской Федерации, являющиеся соответствующими разделами </a:t>
            </a:r>
            <a:r>
              <a:rPr lang="ru-RU" b="1" dirty="0" smtClean="0"/>
              <a:t>Реестра должностей </a:t>
            </a:r>
            <a:r>
              <a:rPr lang="ru-RU" dirty="0" smtClean="0"/>
              <a:t>государственной гражданской службы субъекта Российской Федерации. </a:t>
            </a:r>
          </a:p>
          <a:p>
            <a:r>
              <a:rPr lang="ru-RU" dirty="0" smtClean="0"/>
              <a:t>Реестр должностей государственной гражданской службы субъекта Российской Федерации составляется с учетом принципов построения Реестра должностей федеральной государственной гражданской службы и утверждается законом или иным нормативным правовым актом субъекта Российской Федерации.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5301208"/>
            <a:ext cx="7920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/>
              <a:t>Указ Мэра Москвы от 31.03.2005 № 20-УМ «О Реестре должностей государственной гражданской службы города Москвы»</a:t>
            </a:r>
          </a:p>
        </p:txBody>
      </p:sp>
    </p:spTree>
    <p:extLst>
      <p:ext uri="{BB962C8B-B14F-4D97-AF65-F5344CB8AC3E}">
        <p14:creationId xmlns:p14="http://schemas.microsoft.com/office/powerpoint/2010/main" val="304379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Реестры должностей  гражданской службы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67544" y="1484784"/>
          <a:ext cx="8208912" cy="5093424"/>
        </p:xfrm>
        <a:graphic>
          <a:graphicData uri="http://schemas.openxmlformats.org/drawingml/2006/table">
            <a:tbl>
              <a:tblPr/>
              <a:tblGrid>
                <a:gridCol w="8208912"/>
              </a:tblGrid>
              <a:tr h="524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Раздел VI. ПЕРЕЧЕНЬ ДОЛЖНОСТЕЙ ГОСУДАРСТВЕННОЙ ГРАЖДАНСКОЙ СЛУЖБЫ ГОРОДА МОСКВЫ В </a:t>
                      </a:r>
                      <a:r>
                        <a:rPr lang="ru-RU" sz="1400" b="1" dirty="0">
                          <a:latin typeface="Calibri"/>
                          <a:ea typeface="Times New Roman"/>
                          <a:cs typeface="Calibri"/>
                        </a:rPr>
                        <a:t>ОТРАСЛЕВЫХ И ФУНКЦИОНАЛЬНЫХ ОРГАНАХ ИСПОЛНИТЕЛЬНОЙ ВЛАСТИ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 ГОРОДА МОСКВЫ 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ПЕРЕЧЕНЬ ДОЛЖНОСТЕЙ ГОСУДАРСТВЕННОЙ ГРАЖДАНСКОЙ СЛУЖБЫ ГОРОДА МОСКВЫ, ОТНОСЯЩИХСЯ К КАТЕГОРИИ "</a:t>
                      </a:r>
                      <a:r>
                        <a:rPr lang="ru-RU" sz="1400" b="1" dirty="0">
                          <a:latin typeface="Calibri"/>
                          <a:ea typeface="Times New Roman"/>
                          <a:cs typeface="Calibri"/>
                        </a:rPr>
                        <a:t>РУКОВОДИТЕЛИ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"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Высшие должности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Руководитель 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Первый заместитель руководителя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Главные должности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руководителя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Первый заместитель начальника Московского городского казначейства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начальника Московского городского казначейства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Начальник управления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Начальник самостоятельного отдела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Начальник инспекции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Директор агентства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4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Заместитель председателя Административной комиссии при Правительстве Москвы по делам об административных правонарушениях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62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Реестры должностей  гражданской службы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67544" y="1412776"/>
          <a:ext cx="8208912" cy="4752529"/>
        </p:xfrm>
        <a:graphic>
          <a:graphicData uri="http://schemas.openxmlformats.org/drawingml/2006/table">
            <a:tbl>
              <a:tblPr/>
              <a:tblGrid>
                <a:gridCol w="8208912"/>
              </a:tblGrid>
              <a:tr h="664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Раздел VI. ПЕРЕЧЕНЬ ДОЛЖНОСТЕЙ ГОСУДАРСТВЕННОЙ ГРАЖДАНСКОЙ СЛУЖБЫ ГОРОДА МОСКВЫ В </a:t>
                      </a:r>
                      <a:r>
                        <a:rPr lang="ru-RU" sz="1400" b="1" dirty="0">
                          <a:latin typeface="Calibri"/>
                          <a:ea typeface="Times New Roman"/>
                          <a:cs typeface="Calibri"/>
                        </a:rPr>
                        <a:t>ОТРАСЛЕВЫХ И ФУНКЦИОНАЛЬНЫХ ОРГАНАХ ИСПОЛНИТЕЛЬНОЙ ВЛАСТИ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ГОРОДА МОСКВЫ 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0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ПЕРЕЧЕНЬ ДОЛЖНОСТЕЙ ГОСУДАРСТВЕННОЙ ГРАЖДАНСКОЙ СЛУЖБЫ ГОРОДА МОСКВЫ, ОТНОСЯЩИХСЯ К КАТЕГОРИИ "</a:t>
                      </a:r>
                      <a:r>
                        <a:rPr lang="ru-RU" sz="1400" b="1" dirty="0">
                          <a:latin typeface="Calibri"/>
                          <a:ea typeface="Times New Roman"/>
                          <a:cs typeface="Calibri"/>
                        </a:rPr>
                        <a:t>РУКОВОДИТЕЛИ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"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Ведущие должности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начальника управления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начальника самостоятельного отдела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начальника инспекции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Заместитель директора агентства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Начальник отдела в управлении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Заведующий сектором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Заведующий лабораторией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4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Заместитель начальника отдела в управлении</a:t>
                      </a:r>
                    </a:p>
                  </a:txBody>
                  <a:tcPr marL="20020" marR="20020" marT="32937" marB="3293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Классные чины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5652120" y="1772816"/>
            <a:ext cx="316835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dirty="0" smtClean="0"/>
              <a:t>Классные чины гражданской службы присваиваются гражданским служащим в соответствии с замещаемой должностью гражданской службы в пределах группы должностей гражданской службы.</a:t>
            </a:r>
          </a:p>
          <a:p>
            <a:pPr algn="ctr"/>
            <a:endParaRPr lang="ru-RU" sz="1400" dirty="0" smtClean="0"/>
          </a:p>
          <a:p>
            <a:pPr algn="ctr"/>
            <a:r>
              <a:rPr lang="ru-RU" sz="1400" dirty="0" smtClean="0"/>
              <a:t>Классные чины присваиваются по результатам квалификационного экзамена</a:t>
            </a:r>
          </a:p>
          <a:p>
            <a:pPr algn="ctr"/>
            <a:endParaRPr lang="ru-RU" sz="1400" dirty="0" smtClean="0"/>
          </a:p>
          <a:p>
            <a:pPr algn="ctr"/>
            <a:endParaRPr lang="ru-RU" sz="1400" dirty="0" smtClean="0"/>
          </a:p>
          <a:p>
            <a:pPr algn="ctr"/>
            <a:endParaRPr lang="ru-RU" sz="1400" dirty="0" smtClean="0"/>
          </a:p>
          <a:p>
            <a:pPr algn="ctr"/>
            <a:endParaRPr lang="ru-RU" sz="1400" dirty="0" smtClean="0"/>
          </a:p>
          <a:p>
            <a:pPr algn="ctr"/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48245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000">
              <a:buFont typeface="Arial" pitchFamily="34" charset="0"/>
              <a:buChar char="•"/>
            </a:pPr>
            <a:r>
              <a:rPr lang="ru-RU" sz="1400" b="1" dirty="0" smtClean="0"/>
              <a:t>действительный государственный советник </a:t>
            </a:r>
            <a:r>
              <a:rPr lang="ru-RU" sz="1400" dirty="0" smtClean="0"/>
              <a:t>РФ (субъекта РФ) 1, 2 или 3-го класса;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b="1" dirty="0" smtClean="0"/>
              <a:t>государственный советник </a:t>
            </a:r>
            <a:r>
              <a:rPr lang="ru-RU" sz="1400" dirty="0" smtClean="0"/>
              <a:t>РФ (субъекта РФ) 1, 2 или 3-го класса;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b="1" dirty="0" smtClean="0"/>
              <a:t>советник </a:t>
            </a:r>
            <a:r>
              <a:rPr lang="ru-RU" sz="1400" dirty="0" smtClean="0"/>
              <a:t>государственной гражданской службы РФ (субъекта РФ) 1, 2 или 3-го класса; 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b="1" dirty="0" smtClean="0"/>
              <a:t>референт</a:t>
            </a:r>
            <a:r>
              <a:rPr lang="ru-RU" sz="1400" dirty="0" smtClean="0"/>
              <a:t> государственной гражданской службы РФ (субъекта РФ) 1, 2 или 3-го класса; 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b="1" dirty="0" smtClean="0"/>
              <a:t>секретарь</a:t>
            </a:r>
            <a:r>
              <a:rPr lang="ru-RU" sz="1400" dirty="0" smtClean="0"/>
              <a:t> государственной гражданской службы РФ (субъекта РФ) 1, 2 или 3-го класса.</a:t>
            </a:r>
            <a:endParaRPr lang="ru-RU" sz="14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012160" y="4869160"/>
            <a:ext cx="26997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i="1" dirty="0" smtClean="0">
                <a:solidFill>
                  <a:srgbClr val="0070C0"/>
                </a:solidFill>
              </a:rPr>
              <a:t>Классный чин - действительный государственный советник Российской Федерации 1, 2 или 3-го класса присваивается Президентом Российской Федерации.</a:t>
            </a:r>
            <a:endParaRPr lang="ru-RU" sz="1200" i="1" dirty="0">
              <a:solidFill>
                <a:srgbClr val="0070C0"/>
              </a:solidFill>
            </a:endParaRPr>
          </a:p>
        </p:txBody>
      </p:sp>
      <p:pic>
        <p:nvPicPr>
          <p:cNvPr id="65538" name="Picture 2" descr="https://im2-tub-ru.yandex.net/i?id=64ad1dda5dc35b1b9d13c925d79fe9ad-20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4797152"/>
            <a:ext cx="1047750" cy="1428750"/>
          </a:xfrm>
          <a:prstGeom prst="rect">
            <a:avLst/>
          </a:prstGeom>
          <a:noFill/>
        </p:spPr>
      </p:pic>
      <p:pic>
        <p:nvPicPr>
          <p:cNvPr id="65540" name="Picture 4" descr="https://im3-tub-ru.yandex.net/i?id=37d6ceb2f35977c0c5d7a8f696f47982-115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4797152"/>
            <a:ext cx="923925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Классные чины государственной гражданской службы</a:t>
            </a:r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611560" y="1628798"/>
          <a:ext cx="7992888" cy="446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552"/>
                <a:gridCol w="3024336"/>
              </a:tblGrid>
              <a:tr h="7440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Классные чины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Группы должностей гражданской службы</a:t>
                      </a:r>
                    </a:p>
                  </a:txBody>
                  <a:tcPr marL="39370" marR="39370" marT="64770" marB="64770"/>
                </a:tc>
              </a:tr>
              <a:tr h="744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Секретарь государственной гражданской службы Российской Федерации 3, 2, 1 класса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младшая группа</a:t>
                      </a:r>
                    </a:p>
                  </a:txBody>
                  <a:tcPr marL="39370" marR="39370" marT="64770" marB="64770"/>
                </a:tc>
              </a:tr>
              <a:tr h="744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Референт государственной гражданской службы Российской Федерации 3, 2, 1 класса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старшая группа</a:t>
                      </a:r>
                    </a:p>
                  </a:txBody>
                  <a:tcPr marL="39370" marR="39370" marT="64770" marB="64770"/>
                </a:tc>
              </a:tr>
              <a:tr h="744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Советник государственной гражданской службы Российской Федерации 3, 2, 1 класса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ведущая группа</a:t>
                      </a:r>
                    </a:p>
                  </a:txBody>
                  <a:tcPr marL="39370" marR="39370" marT="64770" marB="64770"/>
                </a:tc>
              </a:tr>
              <a:tr h="744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Государственный советник Российской Федерации 3, 2, 1 класса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Calibri"/>
                          <a:ea typeface="Times New Roman"/>
                          <a:cs typeface="Calibri"/>
                        </a:rPr>
                        <a:t>главная группа</a:t>
                      </a:r>
                    </a:p>
                  </a:txBody>
                  <a:tcPr marL="39370" marR="39370" marT="64770" marB="64770"/>
                </a:tc>
              </a:tr>
              <a:tr h="744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Российской Федерации 3, 2, 1  класса</a:t>
                      </a:r>
                    </a:p>
                  </a:txBody>
                  <a:tcPr marL="39370" marR="39370" marT="64770" marB="647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Calibri"/>
                          <a:ea typeface="Times New Roman"/>
                          <a:cs typeface="Calibri"/>
                        </a:rPr>
                        <a:t>высшая группа</a:t>
                      </a:r>
                    </a:p>
                  </a:txBody>
                  <a:tcPr marL="39370" marR="39370" marT="64770" marB="64770"/>
                </a:tc>
              </a:tr>
            </a:tbl>
          </a:graphicData>
        </a:graphic>
      </p:graphicFrame>
      <p:sp>
        <p:nvSpPr>
          <p:cNvPr id="12" name="Стрелка вниз 11"/>
          <p:cNvSpPr/>
          <p:nvPr/>
        </p:nvSpPr>
        <p:spPr>
          <a:xfrm>
            <a:off x="8100392" y="2636912"/>
            <a:ext cx="432048" cy="31683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94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Классные чины государственной гражданской службы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355976" y="1628800"/>
            <a:ext cx="44644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r>
              <a:rPr lang="ru-RU" b="1" dirty="0" smtClean="0">
                <a:solidFill>
                  <a:srgbClr val="0070C0"/>
                </a:solidFill>
              </a:rPr>
              <a:t>Первый</a:t>
            </a:r>
            <a:r>
              <a:rPr lang="ru-RU" dirty="0" smtClean="0"/>
              <a:t> классный чин гражданской службы присваивается федеральному гражданскому служащему, </a:t>
            </a:r>
            <a:r>
              <a:rPr lang="ru-RU" b="1" dirty="0" smtClean="0"/>
              <a:t>не имеющему классного чина </a:t>
            </a:r>
            <a:r>
              <a:rPr lang="ru-RU" dirty="0" smtClean="0"/>
              <a:t>гражданской службы и </a:t>
            </a:r>
            <a:r>
              <a:rPr lang="ru-RU" b="1" dirty="0" smtClean="0"/>
              <a:t>замещающему должность </a:t>
            </a:r>
            <a:r>
              <a:rPr lang="ru-RU" dirty="0" smtClean="0"/>
              <a:t>гражданской службы, по которой производится присвоение классных чинов гражданской службы. </a:t>
            </a:r>
          </a:p>
          <a:p>
            <a:endParaRPr lang="ru-RU" dirty="0" smtClean="0"/>
          </a:p>
        </p:txBody>
      </p:sp>
      <p:graphicFrame>
        <p:nvGraphicFramePr>
          <p:cNvPr id="4" name="Схема 3"/>
          <p:cNvGraphicFramePr/>
          <p:nvPr/>
        </p:nvGraphicFramePr>
        <p:xfrm>
          <a:off x="323528" y="1772816"/>
          <a:ext cx="4104456" cy="165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95536" y="4797152"/>
            <a:ext cx="835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Учитываются воинское или специальное звание, классный чин юстиции, классный чин прокурорского работника, присвоенные федеральному гражданскому служащему на прежнем месте государственной службы РФ.</a:t>
            </a:r>
          </a:p>
          <a:p>
            <a:r>
              <a:rPr lang="ru-RU" sz="1200" dirty="0" smtClean="0"/>
              <a:t> </a:t>
            </a:r>
          </a:p>
          <a:p>
            <a:r>
              <a:rPr lang="ru-RU" sz="1200" dirty="0" smtClean="0"/>
              <a:t>Первый классный чин присваивается федеральному гражданскому служащему после успешного завершения испытания, а если испытание не устанавливалось, то не ранее чем через три месяца после назначения федерального гражданского служащего на должность гражданской службы.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61874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Классные чины государственной гражданской службы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355976" y="1628800"/>
            <a:ext cx="44644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r>
              <a:rPr lang="ru-RU" b="1" dirty="0" smtClean="0">
                <a:solidFill>
                  <a:srgbClr val="0070C0"/>
                </a:solidFill>
              </a:rPr>
              <a:t>Очередной</a:t>
            </a:r>
            <a:r>
              <a:rPr lang="ru-RU" dirty="0" smtClean="0"/>
              <a:t> классный чин присваивается федеральному гражданскому служащему по истечении срока, установленного для прохождения гражданской службы в предыдущем классном чине, и при условии, что он замещает должность гражданской службы, для которой предусмотрен классный чин, равный или более высокий, чем классный чин, присваиваемый федеральному гражданскому служащему.</a:t>
            </a:r>
          </a:p>
        </p:txBody>
      </p:sp>
      <p:graphicFrame>
        <p:nvGraphicFramePr>
          <p:cNvPr id="4" name="Схема 3"/>
          <p:cNvGraphicFramePr/>
          <p:nvPr/>
        </p:nvGraphicFramePr>
        <p:xfrm>
          <a:off x="323528" y="1772816"/>
          <a:ext cx="4104456" cy="165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865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Классные чины государственной гражданской службы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1484784"/>
            <a:ext cx="8496944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00" b="1" i="1" dirty="0" smtClean="0"/>
              <a:t>Таблица соотношения классных чинов федеральной государственной гражданской службы, воинских и специальных званий, классных чинов юстиции, классных чинов прокурорских работников.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23528" y="2492896"/>
          <a:ext cx="8496944" cy="3390667"/>
        </p:xfrm>
        <a:graphic>
          <a:graphicData uri="http://schemas.openxmlformats.org/drawingml/2006/table">
            <a:tbl>
              <a:tblPr/>
              <a:tblGrid>
                <a:gridCol w="368850"/>
                <a:gridCol w="1763908"/>
                <a:gridCol w="1337842"/>
                <a:gridCol w="2102324"/>
                <a:gridCol w="1475401"/>
                <a:gridCol w="1448619"/>
              </a:tblGrid>
              <a:tr h="8479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N </a:t>
                      </a:r>
                      <a:r>
                        <a:rPr lang="ru-RU" sz="1400" dirty="0" err="1">
                          <a:latin typeface="Calibri"/>
                          <a:ea typeface="Times New Roman"/>
                          <a:cs typeface="Calibri"/>
                        </a:rPr>
                        <a:t>п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/</a:t>
                      </a:r>
                      <a:r>
                        <a:rPr lang="ru-RU" sz="1400" dirty="0" err="1">
                          <a:latin typeface="Calibri"/>
                          <a:ea typeface="Times New Roman"/>
                          <a:cs typeface="Calibri"/>
                        </a:rPr>
                        <a:t>п</a:t>
                      </a:r>
                      <a:endParaRPr lang="ru-RU" sz="1400" dirty="0">
                        <a:latin typeface="Calibri"/>
                        <a:ea typeface="Times New Roman"/>
                        <a:cs typeface="Calibri"/>
                      </a:endParaRP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Классный чин федеральной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ГГС</a:t>
                      </a:r>
                      <a:endParaRPr lang="ru-RU" sz="1400" dirty="0">
                        <a:latin typeface="Calibri"/>
                        <a:ea typeface="Times New Roman"/>
                        <a:cs typeface="Calibri"/>
                      </a:endParaRP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Воинское звание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Специальное звание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Классный чин юстиции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Классный чин прокурорского работника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44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Calibri"/>
                          <a:ea typeface="Times New Roman"/>
                          <a:cs typeface="Calibri"/>
                        </a:rPr>
                        <a:t>1.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Российской Федерации 1 класса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генерал армии, адмирал флота, генерал-полковник, адмирал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генерал полиции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РФ,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генерал юстиции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РФ,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таможенной службы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РФ,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генерал полиции, генерал-полковник: полиции (милиции), внутренней службы, юстиции, таможенной службы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юстиции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РФ,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юстиции </a:t>
                      </a:r>
                      <a:r>
                        <a:rPr lang="ru-RU" sz="1400" dirty="0" smtClean="0">
                          <a:latin typeface="Calibri"/>
                          <a:ea typeface="Times New Roman"/>
                          <a:cs typeface="Calibri"/>
                        </a:rPr>
                        <a:t>РФ1 </a:t>
                      </a: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класса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Calibri"/>
                          <a:ea typeface="Times New Roman"/>
                          <a:cs typeface="Calibri"/>
                        </a:rPr>
                        <a:t>действительный государственный советник юстиции, государственный советник юстиции 1 класса</a:t>
                      </a:r>
                    </a:p>
                  </a:txBody>
                  <a:tcPr marL="27074" marR="27074" marT="44541" marB="4454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3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Квалификационные требования к должностям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5652120" y="2132856"/>
            <a:ext cx="316835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i="1" dirty="0" smtClean="0"/>
              <a:t>Квалификационные требования к должностям гражданской службы устанавливаются в соответствии с категориями и группами должностей гражданской службы.</a:t>
            </a:r>
            <a:endParaRPr lang="ru-RU" sz="14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48245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000">
              <a:buFont typeface="Arial" pitchFamily="34" charset="0"/>
              <a:buChar char="•"/>
            </a:pPr>
            <a:r>
              <a:rPr lang="ru-RU" sz="1400" dirty="0" smtClean="0"/>
              <a:t>к уровню профессионального образования, 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/>
              <a:t>стажу гражданской службы или стажу (опыту) работы по специальности, направлению подготовки, 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400" dirty="0" smtClean="0"/>
              <a:t>профессиональным знаниям и навыкам, необходимым для исполнения должностных обязанностей.</a:t>
            </a:r>
            <a:endParaRPr lang="ru-RU" sz="14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580112" y="4437112"/>
            <a:ext cx="32038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i="1" dirty="0" smtClean="0">
                <a:solidFill>
                  <a:srgbClr val="0070C0"/>
                </a:solidFill>
              </a:rPr>
              <a:t>В число квалификационных требований к должностям гражданской службы категорий "руководители", "помощники (советники)", "специалисты" всех групп должностей гражданской службы, а также категории "обеспечивающие специалисты" главной и ведущей групп должностей гражданской службы входит </a:t>
            </a:r>
            <a:r>
              <a:rPr lang="ru-RU" sz="1200" b="1" i="1" dirty="0" smtClean="0">
                <a:solidFill>
                  <a:srgbClr val="0070C0"/>
                </a:solidFill>
              </a:rPr>
              <a:t>наличие высшего образования.</a:t>
            </a:r>
            <a:endParaRPr lang="ru-RU" sz="1200" b="1" i="1" dirty="0">
              <a:solidFill>
                <a:srgbClr val="0070C0"/>
              </a:solidFill>
            </a:endParaRPr>
          </a:p>
        </p:txBody>
      </p:sp>
      <p:pic>
        <p:nvPicPr>
          <p:cNvPr id="73730" name="Picture 2" descr="https://im3-tub-ru.yandex.net/i?id=c745bea265c4a678440d03d6bf2280c0-71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4221088"/>
            <a:ext cx="2409056" cy="18067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Правовое положение (статус) </a:t>
            </a:r>
          </a:p>
          <a:p>
            <a:pPr algn="ctr"/>
            <a:r>
              <a:rPr lang="ru-RU" dirty="0" smtClean="0"/>
              <a:t>гражданского служащего</a:t>
            </a:r>
            <a:endParaRPr lang="ru-RU" dirty="0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 bwMode="auto">
          <a:xfrm>
            <a:off x="5652120" y="2132856"/>
            <a:ext cx="3168352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dirty="0" smtClean="0"/>
              <a:t>Статья 14. Основные </a:t>
            </a:r>
            <a:r>
              <a:rPr lang="ru-RU" sz="1400" b="1" dirty="0" smtClean="0"/>
              <a:t>права</a:t>
            </a:r>
            <a:r>
              <a:rPr lang="ru-RU" sz="1400" dirty="0" smtClean="0"/>
              <a:t> гражданского служащего </a:t>
            </a:r>
          </a:p>
          <a:p>
            <a:pPr algn="ctr"/>
            <a:endParaRPr lang="ru-RU" sz="1400" dirty="0" smtClean="0"/>
          </a:p>
          <a:p>
            <a:pPr algn="ctr"/>
            <a:r>
              <a:rPr lang="ru-RU" sz="1400" dirty="0" smtClean="0"/>
              <a:t>Статья 15. Основные </a:t>
            </a:r>
            <a:r>
              <a:rPr lang="ru-RU" sz="1400" b="1" dirty="0" smtClean="0"/>
              <a:t>обязанности</a:t>
            </a:r>
            <a:r>
              <a:rPr lang="ru-RU" sz="1400" dirty="0" smtClean="0"/>
              <a:t> гражданского служащего </a:t>
            </a:r>
          </a:p>
          <a:p>
            <a:pPr algn="ctr"/>
            <a:endParaRPr lang="ru-RU" sz="1400" dirty="0" smtClean="0"/>
          </a:p>
          <a:p>
            <a:pPr algn="ctr"/>
            <a:r>
              <a:rPr lang="ru-RU" sz="1400" dirty="0" smtClean="0"/>
              <a:t>Статья 16. </a:t>
            </a:r>
            <a:r>
              <a:rPr lang="ru-RU" sz="1400" b="1" dirty="0" smtClean="0"/>
              <a:t>Ограничения</a:t>
            </a:r>
            <a:r>
              <a:rPr lang="ru-RU" sz="1400" dirty="0" smtClean="0"/>
              <a:t>, связанные с гражданской службой</a:t>
            </a:r>
          </a:p>
          <a:p>
            <a:pPr algn="ctr"/>
            <a:endParaRPr lang="ru-RU" sz="1400" dirty="0" smtClean="0"/>
          </a:p>
          <a:p>
            <a:pPr algn="ctr"/>
            <a:r>
              <a:rPr lang="ru-RU" sz="1400" dirty="0" smtClean="0"/>
              <a:t> Статья 17. </a:t>
            </a:r>
            <a:r>
              <a:rPr lang="ru-RU" sz="1400" b="1" dirty="0" smtClean="0"/>
              <a:t>Запреты</a:t>
            </a:r>
            <a:r>
              <a:rPr lang="ru-RU" sz="1400" dirty="0" smtClean="0"/>
              <a:t>, связанные с гражданской службой </a:t>
            </a:r>
            <a:endParaRPr lang="ru-RU" sz="14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48245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80000"/>
            <a:r>
              <a:rPr lang="ru-RU" sz="1400" dirty="0" smtClean="0"/>
              <a:t>Гражданский служащий - гражданин Российской Федерации, </a:t>
            </a:r>
            <a:r>
              <a:rPr lang="ru-RU" sz="1400" b="1" dirty="0" smtClean="0"/>
              <a:t>взявший на себя обязательства </a:t>
            </a:r>
            <a:r>
              <a:rPr lang="ru-RU" sz="1400" dirty="0" smtClean="0"/>
              <a:t>по прохождению гражданской службы. </a:t>
            </a:r>
          </a:p>
          <a:p>
            <a:pPr indent="180000"/>
            <a:r>
              <a:rPr lang="ru-RU" sz="1400" dirty="0" smtClean="0"/>
              <a:t>Гражданский служащий осуществляет профессиональную служебную деятельность </a:t>
            </a:r>
            <a:r>
              <a:rPr lang="ru-RU" sz="1400" b="1" dirty="0" smtClean="0"/>
              <a:t>на должности </a:t>
            </a:r>
            <a:r>
              <a:rPr lang="ru-RU" sz="1400" dirty="0" smtClean="0"/>
              <a:t>гражданской службы в соответствии с актом о назначении на должность и </a:t>
            </a:r>
            <a:r>
              <a:rPr lang="ru-RU" sz="1400" b="1" dirty="0" smtClean="0"/>
              <a:t>со служебным контрактом</a:t>
            </a:r>
            <a:r>
              <a:rPr lang="ru-RU" sz="1400" dirty="0" smtClean="0"/>
              <a:t> и </a:t>
            </a:r>
            <a:r>
              <a:rPr lang="ru-RU" sz="1400" b="1" dirty="0" smtClean="0"/>
              <a:t>получает денежное содержание </a:t>
            </a:r>
            <a:r>
              <a:rPr lang="ru-RU" sz="1400" dirty="0" smtClean="0"/>
              <a:t>за счет средств федерального бюджета или бюджета субъекта Российской Федерации.</a:t>
            </a:r>
            <a:endParaRPr lang="ru-RU" sz="14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499992" y="4869160"/>
            <a:ext cx="42839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rgbClr val="0070C0"/>
                </a:solidFill>
              </a:rPr>
              <a:t>Запреты: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200" dirty="0" smtClean="0">
                <a:solidFill>
                  <a:srgbClr val="0070C0"/>
                </a:solidFill>
              </a:rPr>
              <a:t> заниматься предпринимательской деятельностью …;</a:t>
            </a:r>
          </a:p>
          <a:p>
            <a:pPr indent="180000">
              <a:buFont typeface="Arial" pitchFamily="34" charset="0"/>
              <a:buChar char="•"/>
            </a:pPr>
            <a:r>
              <a:rPr lang="ru-RU" sz="1200" dirty="0" smtClean="0">
                <a:solidFill>
                  <a:srgbClr val="0070C0"/>
                </a:solidFill>
              </a:rPr>
              <a:t> получать в связи с исполнением должностных обязанностей вознаграждения от физических и юридических лиц (подарки, денежное вознаграждение, ссуды, услуги, оплату развлечений, отдыха, транспортных расходов и иные вознаграждения)  </a:t>
            </a:r>
            <a:endParaRPr lang="ru-RU" sz="1200" b="1" i="1" dirty="0">
              <a:solidFill>
                <a:srgbClr val="0070C0"/>
              </a:solidFill>
            </a:endParaRPr>
          </a:p>
        </p:txBody>
      </p:sp>
      <p:pic>
        <p:nvPicPr>
          <p:cNvPr id="75780" name="Picture 4" descr="https://im2-tub-ru.yandex.net/i?id=1f0ca5a4d1f9a26f052a195ff2ddb7ac-07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4653136"/>
            <a:ext cx="1895475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Требования к служебному поведению гражданского служащего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561662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sz="1400" dirty="0" smtClean="0"/>
              <a:t>исполнять должностные обязанности </a:t>
            </a:r>
            <a:r>
              <a:rPr lang="ru-RU" sz="1400" b="1" dirty="0" smtClean="0">
                <a:solidFill>
                  <a:srgbClr val="0070C0"/>
                </a:solidFill>
              </a:rPr>
              <a:t>добросовестно</a:t>
            </a:r>
            <a:r>
              <a:rPr lang="ru-RU" sz="1400" dirty="0" smtClean="0"/>
              <a:t>, на высоком профессиональном уровне;</a:t>
            </a:r>
          </a:p>
          <a:p>
            <a:pPr marL="342900" indent="-342900">
              <a:buAutoNum type="arabicParenR"/>
            </a:pPr>
            <a:endParaRPr lang="ru-RU" sz="1400" dirty="0" smtClean="0"/>
          </a:p>
          <a:p>
            <a:r>
              <a:rPr lang="ru-RU" sz="1400" dirty="0" smtClean="0"/>
              <a:t>2) исходить из того, что признание, </a:t>
            </a:r>
            <a:r>
              <a:rPr lang="ru-RU" sz="1400" b="1" dirty="0" smtClean="0">
                <a:solidFill>
                  <a:srgbClr val="0070C0"/>
                </a:solidFill>
              </a:rPr>
              <a:t>соблюдение и защита прав и свобод человека и гражданина</a:t>
            </a:r>
            <a:r>
              <a:rPr lang="ru-RU" sz="1400" dirty="0" smtClean="0"/>
              <a:t> определяют смысл и содержание его профессиональной служебной деятельности;</a:t>
            </a:r>
          </a:p>
          <a:p>
            <a:endParaRPr lang="ru-RU" sz="1400" dirty="0" smtClean="0"/>
          </a:p>
          <a:p>
            <a:r>
              <a:rPr lang="ru-RU" sz="1400" dirty="0" smtClean="0"/>
              <a:t>3) осуществлять профессиональную служебную деятельность в рамках установленной законодательством Российской Федерации </a:t>
            </a:r>
            <a:r>
              <a:rPr lang="ru-RU" sz="1400" b="1" dirty="0" smtClean="0">
                <a:solidFill>
                  <a:srgbClr val="0070C0"/>
                </a:solidFill>
              </a:rPr>
              <a:t>компетенции</a:t>
            </a:r>
            <a:r>
              <a:rPr lang="ru-RU" sz="1400" dirty="0" smtClean="0"/>
              <a:t> государственного органа;</a:t>
            </a:r>
          </a:p>
          <a:p>
            <a:endParaRPr lang="ru-RU" sz="1400" dirty="0" smtClean="0"/>
          </a:p>
          <a:p>
            <a:r>
              <a:rPr lang="ru-RU" sz="1400" dirty="0" smtClean="0"/>
              <a:t>4) обеспечивать </a:t>
            </a:r>
            <a:r>
              <a:rPr lang="ru-RU" sz="1400" b="1" dirty="0" smtClean="0">
                <a:solidFill>
                  <a:srgbClr val="0070C0"/>
                </a:solidFill>
              </a:rPr>
              <a:t>равное, беспристрастное отношение </a:t>
            </a:r>
            <a:r>
              <a:rPr lang="ru-RU" sz="1400" dirty="0" smtClean="0"/>
              <a:t>ко всем физическим и юридическим лицам, не оказывать предпочтение каким-либо общественным или религиозным объединениям, профессиональным или социальным группам, гражданам и организациям и не допускать предвзятости в отношении таких объединений, групп, граждан и организаций;</a:t>
            </a:r>
            <a:endParaRPr lang="ru-RU" sz="1400" dirty="0"/>
          </a:p>
        </p:txBody>
      </p:sp>
      <p:pic>
        <p:nvPicPr>
          <p:cNvPr id="81922" name="Picture 2" descr="https://im0-tub-ru.yandex.net/i?id=d6995a014c7fc1f29b5f63a631169cdb-22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844824"/>
            <a:ext cx="1422648" cy="2051896"/>
          </a:xfrm>
          <a:prstGeom prst="rect">
            <a:avLst/>
          </a:prstGeom>
          <a:noFill/>
        </p:spPr>
      </p:pic>
      <p:pic>
        <p:nvPicPr>
          <p:cNvPr id="81924" name="Picture 4" descr="https://im0-tub-ru.yandex.net/i?id=2a9458267ef7487d355be666b1c5709a-42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2240" y="4509120"/>
            <a:ext cx="1905000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Требования к служебному поведению гражданского служащего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561662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5) не совершать действия, связанные с влиянием каких-либо </a:t>
            </a:r>
            <a:r>
              <a:rPr lang="ru-RU" sz="1400" b="1" dirty="0" smtClean="0">
                <a:solidFill>
                  <a:srgbClr val="0070C0"/>
                </a:solidFill>
              </a:rPr>
              <a:t>личных, имущественных (финансовых) и иных интересов</a:t>
            </a:r>
            <a:r>
              <a:rPr lang="ru-RU" sz="1400" dirty="0" smtClean="0"/>
              <a:t>, препятствующих добросовестному исполнению должностных обязанностей;</a:t>
            </a:r>
          </a:p>
          <a:p>
            <a:endParaRPr lang="ru-RU" sz="1400" dirty="0" smtClean="0"/>
          </a:p>
          <a:p>
            <a:r>
              <a:rPr lang="ru-RU" sz="1400" dirty="0" smtClean="0"/>
              <a:t>6) </a:t>
            </a:r>
            <a:r>
              <a:rPr lang="ru-RU" sz="1400" b="1" dirty="0" smtClean="0">
                <a:solidFill>
                  <a:srgbClr val="0070C0"/>
                </a:solidFill>
              </a:rPr>
              <a:t>соблюдать ограничения</a:t>
            </a:r>
            <a:r>
              <a:rPr lang="ru-RU" sz="1400" dirty="0" smtClean="0"/>
              <a:t>, установленные настоящим Федеральным законом и другими федеральными законами для гражданских служащих;</a:t>
            </a:r>
          </a:p>
          <a:p>
            <a:endParaRPr lang="ru-RU" sz="1400" dirty="0" smtClean="0"/>
          </a:p>
          <a:p>
            <a:r>
              <a:rPr lang="ru-RU" sz="1400" dirty="0" smtClean="0"/>
              <a:t>7) соблюдать </a:t>
            </a:r>
            <a:r>
              <a:rPr lang="ru-RU" sz="1400" b="1" dirty="0" smtClean="0">
                <a:solidFill>
                  <a:srgbClr val="0070C0"/>
                </a:solidFill>
              </a:rPr>
              <a:t>нейтральность</a:t>
            </a:r>
            <a:r>
              <a:rPr lang="ru-RU" sz="1400" dirty="0" smtClean="0"/>
              <a:t>, исключающую возможность влияния на свою профессиональную служебную деятельность решений политических партий, других общественных объединений, религиозных объединений и иных организаций;</a:t>
            </a:r>
          </a:p>
          <a:p>
            <a:endParaRPr lang="ru-RU" sz="1400" dirty="0" smtClean="0"/>
          </a:p>
          <a:p>
            <a:r>
              <a:rPr lang="ru-RU" sz="1400" dirty="0" smtClean="0"/>
              <a:t>8) не совершать поступки, порочащие его </a:t>
            </a:r>
            <a:r>
              <a:rPr lang="ru-RU" sz="1400" b="1" dirty="0" smtClean="0">
                <a:solidFill>
                  <a:srgbClr val="0070C0"/>
                </a:solidFill>
              </a:rPr>
              <a:t>честь и достоинство</a:t>
            </a:r>
            <a:r>
              <a:rPr lang="ru-RU" sz="1400" dirty="0" smtClean="0"/>
              <a:t>;</a:t>
            </a:r>
          </a:p>
          <a:p>
            <a:endParaRPr lang="ru-RU" sz="1400" dirty="0" smtClean="0"/>
          </a:p>
          <a:p>
            <a:r>
              <a:rPr lang="ru-RU" sz="1400" dirty="0" smtClean="0"/>
              <a:t>9) проявлять </a:t>
            </a:r>
            <a:r>
              <a:rPr lang="ru-RU" sz="1400" b="1" dirty="0" smtClean="0">
                <a:solidFill>
                  <a:srgbClr val="0070C0"/>
                </a:solidFill>
              </a:rPr>
              <a:t>корректность</a:t>
            </a:r>
            <a:r>
              <a:rPr lang="ru-RU" sz="1400" dirty="0" smtClean="0"/>
              <a:t> в обращении с гражданами;</a:t>
            </a:r>
            <a:endParaRPr lang="ru-RU" sz="1400" dirty="0"/>
          </a:p>
        </p:txBody>
      </p:sp>
      <p:pic>
        <p:nvPicPr>
          <p:cNvPr id="79874" name="Picture 2" descr="https://im3-tub-ru.yandex.net/i?id=e2394e1c34d0a7000ad00eeede875016-10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293096"/>
            <a:ext cx="2571750" cy="1428750"/>
          </a:xfrm>
          <a:prstGeom prst="rect">
            <a:avLst/>
          </a:prstGeom>
          <a:noFill/>
        </p:spPr>
      </p:pic>
      <p:pic>
        <p:nvPicPr>
          <p:cNvPr id="79876" name="Picture 4" descr="https://im1-tub-ru.yandex.net/i?id=ac717973175eb8c486356f4468f72d14-04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2276872"/>
            <a:ext cx="1428750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Требования к служебному поведению гражданского служащего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561662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10) проявлять уважение к </a:t>
            </a:r>
            <a:r>
              <a:rPr lang="ru-RU" sz="1400" b="1" dirty="0" smtClean="0">
                <a:solidFill>
                  <a:srgbClr val="0070C0"/>
                </a:solidFill>
              </a:rPr>
              <a:t>нравственным обычаям и традициям </a:t>
            </a:r>
            <a:r>
              <a:rPr lang="ru-RU" sz="1400" dirty="0" smtClean="0"/>
              <a:t>народов Российской Федерации;</a:t>
            </a:r>
          </a:p>
          <a:p>
            <a:endParaRPr lang="ru-RU" sz="1400" dirty="0" smtClean="0"/>
          </a:p>
          <a:p>
            <a:r>
              <a:rPr lang="ru-RU" sz="1400" dirty="0" smtClean="0"/>
              <a:t>11) учитывать </a:t>
            </a:r>
            <a:r>
              <a:rPr lang="ru-RU" sz="1400" b="1" dirty="0" smtClean="0">
                <a:solidFill>
                  <a:srgbClr val="0070C0"/>
                </a:solidFill>
              </a:rPr>
              <a:t>культурные</a:t>
            </a:r>
            <a:r>
              <a:rPr lang="ru-RU" sz="1400" dirty="0" smtClean="0"/>
              <a:t> и иные </a:t>
            </a:r>
            <a:r>
              <a:rPr lang="ru-RU" sz="1400" b="1" dirty="0" smtClean="0">
                <a:solidFill>
                  <a:srgbClr val="0070C0"/>
                </a:solidFill>
              </a:rPr>
              <a:t>особенности</a:t>
            </a:r>
            <a:r>
              <a:rPr lang="ru-RU" sz="1400" dirty="0" smtClean="0"/>
              <a:t> различных этнических и социальных групп, а также </a:t>
            </a:r>
            <a:r>
              <a:rPr lang="ru-RU" sz="1400" dirty="0" err="1" smtClean="0"/>
              <a:t>конфессий</a:t>
            </a:r>
            <a:r>
              <a:rPr lang="ru-RU" sz="1400" dirty="0" smtClean="0"/>
              <a:t>;</a:t>
            </a:r>
          </a:p>
          <a:p>
            <a:endParaRPr lang="ru-RU" sz="1400" dirty="0" smtClean="0"/>
          </a:p>
          <a:p>
            <a:r>
              <a:rPr lang="ru-RU" sz="1400" dirty="0" smtClean="0"/>
              <a:t>12) способствовать </a:t>
            </a:r>
            <a:r>
              <a:rPr lang="ru-RU" sz="1400" b="1" dirty="0" smtClean="0">
                <a:solidFill>
                  <a:srgbClr val="0070C0"/>
                </a:solidFill>
              </a:rPr>
              <a:t>межнациональному и межконфессиональному согласию</a:t>
            </a:r>
            <a:r>
              <a:rPr lang="ru-RU" sz="1400" dirty="0" smtClean="0"/>
              <a:t>;</a:t>
            </a:r>
          </a:p>
          <a:p>
            <a:endParaRPr lang="ru-RU" sz="1400" dirty="0" smtClean="0"/>
          </a:p>
          <a:p>
            <a:r>
              <a:rPr lang="ru-RU" sz="1400" dirty="0" smtClean="0"/>
              <a:t>13) не допускать </a:t>
            </a:r>
            <a:r>
              <a:rPr lang="ru-RU" sz="1400" b="1" dirty="0" smtClean="0">
                <a:solidFill>
                  <a:srgbClr val="0070C0"/>
                </a:solidFill>
              </a:rPr>
              <a:t>конфликтных ситуаций</a:t>
            </a:r>
            <a:r>
              <a:rPr lang="ru-RU" sz="1400" dirty="0" smtClean="0"/>
              <a:t>, способных нанести ущерб его репутации или авторитету государственного органа;</a:t>
            </a:r>
          </a:p>
          <a:p>
            <a:endParaRPr lang="ru-RU" sz="1400" dirty="0" smtClean="0"/>
          </a:p>
          <a:p>
            <a:r>
              <a:rPr lang="ru-RU" sz="1400" dirty="0" smtClean="0"/>
              <a:t>14) соблюдать установленные </a:t>
            </a:r>
            <a:r>
              <a:rPr lang="ru-RU" sz="1400" b="1" dirty="0" smtClean="0">
                <a:solidFill>
                  <a:srgbClr val="0070C0"/>
                </a:solidFill>
              </a:rPr>
              <a:t>правила</a:t>
            </a:r>
            <a:r>
              <a:rPr lang="ru-RU" sz="1400" dirty="0" smtClean="0"/>
              <a:t> публичных выступлений и предоставления служебной информации.</a:t>
            </a:r>
            <a:endParaRPr lang="ru-RU" sz="1400" dirty="0"/>
          </a:p>
        </p:txBody>
      </p:sp>
      <p:pic>
        <p:nvPicPr>
          <p:cNvPr id="77826" name="Picture 2" descr="https://im0-tub-ru.yandex.net/i?id=4e7cafd66289f067c23a88b6c05ff9a6-78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2204864"/>
            <a:ext cx="2143125" cy="1428750"/>
          </a:xfrm>
          <a:prstGeom prst="rect">
            <a:avLst/>
          </a:prstGeom>
          <a:noFill/>
        </p:spPr>
      </p:pic>
      <p:pic>
        <p:nvPicPr>
          <p:cNvPr id="77828" name="Picture 4" descr="https://im3-tub-ru.yandex.net/i?id=2cca8d69662a9a8db38bc349414096cb-44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4208" y="4221088"/>
            <a:ext cx="2156842" cy="13825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РФ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83568" y="1556792"/>
            <a:ext cx="4824536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Поступление на государственную гражданскую службу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11560" y="2420888"/>
            <a:ext cx="53285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На гражданскую службу вправе поступать: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граждане Российской Федерации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достигшие возраста 18 лет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владеющие государственным языком Российской Федерации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соответствующие квалификационным требованиям </a:t>
            </a:r>
          </a:p>
          <a:p>
            <a:endParaRPr lang="ru-RU" sz="1400" dirty="0" smtClean="0"/>
          </a:p>
          <a:p>
            <a:r>
              <a:rPr lang="ru-RU" sz="1400" dirty="0" smtClean="0"/>
              <a:t>Поступление гражданина на гражданскую службу осуществляется по результатам </a:t>
            </a:r>
            <a:r>
              <a:rPr lang="ru-RU" sz="1400" b="1" dirty="0" smtClean="0"/>
              <a:t>конкурса</a:t>
            </a:r>
            <a:r>
              <a:rPr lang="ru-RU" sz="1400" dirty="0" smtClean="0"/>
              <a:t>.</a:t>
            </a:r>
          </a:p>
          <a:p>
            <a:r>
              <a:rPr lang="ru-RU" sz="1400" dirty="0" smtClean="0"/>
              <a:t>Конкурс заключается в оценке профессионального уровня претендентов на замещение должности гражданской службы, </a:t>
            </a:r>
          </a:p>
          <a:p>
            <a:r>
              <a:rPr lang="ru-RU" sz="1400" dirty="0" smtClean="0"/>
              <a:t>их соответствия установленным квалификационным требованиям к должности гражданской службы.</a:t>
            </a:r>
          </a:p>
          <a:p>
            <a:endParaRPr lang="ru-RU" sz="1400" dirty="0" smtClean="0"/>
          </a:p>
          <a:p>
            <a:endParaRPr lang="ru-RU" sz="1400" dirty="0"/>
          </a:p>
        </p:txBody>
      </p:sp>
      <p:pic>
        <p:nvPicPr>
          <p:cNvPr id="86018" name="Picture 2" descr="https://im0-tub-ru.yandex.net/i?id=e11b7c642d590a37521eb677d922ccca-109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1556792"/>
            <a:ext cx="1823243" cy="1296144"/>
          </a:xfrm>
          <a:prstGeom prst="rect">
            <a:avLst/>
          </a:prstGeom>
          <a:noFill/>
        </p:spPr>
      </p:pic>
      <p:pic>
        <p:nvPicPr>
          <p:cNvPr id="86020" name="Picture 4" descr="https://im3-tub-ru.yandex.net/i?id=d64291bc59060b522cadbbb62c69637e-57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8224" y="3068960"/>
            <a:ext cx="1905000" cy="1428750"/>
          </a:xfrm>
          <a:prstGeom prst="rect">
            <a:avLst/>
          </a:prstGeom>
          <a:noFill/>
        </p:spPr>
      </p:pic>
      <p:pic>
        <p:nvPicPr>
          <p:cNvPr id="86022" name="Picture 6" descr="https://im3-tub-ru.yandex.net/i?id=715f1d88999be1e83e340ec1bdd0f234-57-144&amp;n=2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0232" y="4725144"/>
            <a:ext cx="1728192" cy="16001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города Москвы</a:t>
            </a:r>
            <a:endParaRPr lang="ru-RU" dirty="0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1115616" y="1484784"/>
            <a:ext cx="6624736" cy="720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Закон города Москвы от 26.01.2005 № 3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«О государственной гражданской службе города Москвы»</a:t>
            </a:r>
            <a:endParaRPr kumimoji="0" lang="ru-RU" sz="16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39552" y="3068960"/>
            <a:ext cx="784887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Государственный гражданский служащий города Москвы </a:t>
            </a:r>
            <a:r>
              <a:rPr lang="ru-RU" sz="1400" dirty="0" smtClean="0"/>
              <a:t>- гражданин Российской Федерации, взявший на себя обязательства по прохождению государственной гражданской службы города Москвы. </a:t>
            </a:r>
          </a:p>
          <a:p>
            <a:r>
              <a:rPr lang="ru-RU" sz="1400" dirty="0" smtClean="0"/>
              <a:t>Гражданский служащий осуществляет профессиональную служебную деятельность на должности гражданской службы в соответствии с актом государственного органа о назначении на должность гражданской службы и со служебным контрактом и получает денежное содержание за счет средств федерального бюджета или бюджета города Москвы.</a:t>
            </a:r>
            <a:endParaRPr lang="ru-RU" sz="1400" dirty="0"/>
          </a:p>
        </p:txBody>
      </p:sp>
      <p:pic>
        <p:nvPicPr>
          <p:cNvPr id="69634" name="Picture 2" descr="https://im0-tub-ru.yandex.net/i?id=a8fe6a9e79f0fbdcf92ea08303254edf-121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4869160"/>
            <a:ext cx="1133475" cy="1428750"/>
          </a:xfrm>
          <a:prstGeom prst="rect">
            <a:avLst/>
          </a:prstGeom>
          <a:noFill/>
        </p:spPr>
      </p:pic>
      <p:pic>
        <p:nvPicPr>
          <p:cNvPr id="69638" name="Picture 6" descr="https://im2-tub-ru.yandex.net/i?id=03737a2553aa5e7422cf1e8b564f56cc-35-144&amp;n=2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4941168"/>
            <a:ext cx="1905000" cy="1428750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539552" y="2132856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Государственная гражданская служба города Москвы </a:t>
            </a:r>
            <a:r>
              <a:rPr lang="ru-RU" sz="1400" dirty="0" smtClean="0"/>
              <a:t>- профессиональная служебная деятельность граждан Российской Федерации на должностях гражданской службы по обеспечению исполнения полномочий государственных органов и лиц, замещающих государственные должности города Москвы.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города Москвы</a:t>
            </a:r>
            <a:endParaRPr lang="ru-RU" dirty="0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1115616" y="1484784"/>
            <a:ext cx="6624736" cy="720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Закон города Москвы от 26.01.2005 № 3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16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«О государственной гражданской службе города Москвы»</a:t>
            </a:r>
            <a:endParaRPr kumimoji="0" lang="ru-RU" sz="16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11560" y="2204864"/>
            <a:ext cx="78488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dirty="0" smtClean="0"/>
              <a:t>Глава 1. Общие положения </a:t>
            </a:r>
          </a:p>
          <a:p>
            <a:pPr>
              <a:buNone/>
            </a:pPr>
            <a:r>
              <a:rPr lang="ru-RU" sz="1400" dirty="0" smtClean="0"/>
              <a:t>Глава 2. Должности гражданской службы</a:t>
            </a:r>
          </a:p>
          <a:p>
            <a:pPr>
              <a:buNone/>
            </a:pPr>
            <a:r>
              <a:rPr lang="ru-RU" sz="1400" dirty="0" smtClean="0"/>
              <a:t>Глава 3. Правовое положение (статус) гражданского служащего</a:t>
            </a:r>
          </a:p>
          <a:p>
            <a:pPr>
              <a:buNone/>
            </a:pPr>
            <a:r>
              <a:rPr lang="ru-RU" sz="1400" dirty="0" smtClean="0"/>
              <a:t>Глава 4. Поступление на гражданскую службу</a:t>
            </a:r>
          </a:p>
          <a:p>
            <a:pPr>
              <a:buNone/>
            </a:pPr>
            <a:r>
              <a:rPr lang="ru-RU" sz="1400" dirty="0" smtClean="0"/>
              <a:t>Глава 5. Служебный контракт </a:t>
            </a:r>
          </a:p>
          <a:p>
            <a:pPr>
              <a:buNone/>
            </a:pPr>
            <a:r>
              <a:rPr lang="ru-RU" sz="1400" dirty="0" smtClean="0"/>
              <a:t>Глава 6. Персональные данные гражданского служащего. Кадровая служба государственного органа </a:t>
            </a:r>
          </a:p>
          <a:p>
            <a:pPr>
              <a:buNone/>
            </a:pPr>
            <a:r>
              <a:rPr lang="ru-RU" sz="1400" dirty="0" smtClean="0"/>
              <a:t>Глава 7. Служебное время и время отдыха. </a:t>
            </a:r>
            <a:r>
              <a:rPr lang="ru-RU" sz="1400" dirty="0" smtClean="0">
                <a:solidFill>
                  <a:srgbClr val="0070C0"/>
                </a:solidFill>
              </a:rPr>
              <a:t>Отпуска на гражданской службе</a:t>
            </a:r>
          </a:p>
          <a:p>
            <a:pPr>
              <a:buNone/>
            </a:pPr>
            <a:r>
              <a:rPr lang="ru-RU" sz="1400" dirty="0" smtClean="0"/>
              <a:t>Глава 8. Прохождение гражданской службы </a:t>
            </a:r>
          </a:p>
          <a:p>
            <a:pPr>
              <a:buNone/>
            </a:pPr>
            <a:r>
              <a:rPr lang="ru-RU" sz="1400" dirty="0" smtClean="0"/>
              <a:t>Глава 9. Оплата труда гражданских служащих </a:t>
            </a:r>
          </a:p>
          <a:p>
            <a:pPr>
              <a:buNone/>
            </a:pPr>
            <a:r>
              <a:rPr lang="ru-RU" sz="1400" dirty="0" smtClean="0"/>
              <a:t>Глава 10. Государственные гарантии на гражданской службе </a:t>
            </a:r>
          </a:p>
          <a:p>
            <a:pPr>
              <a:buNone/>
            </a:pPr>
            <a:r>
              <a:rPr lang="ru-RU" sz="1400" dirty="0" smtClean="0"/>
              <a:t>Глава 11. Поощрения и награждения. Служебная дисциплина на гражданской службе </a:t>
            </a:r>
          </a:p>
          <a:p>
            <a:pPr>
              <a:buNone/>
            </a:pPr>
            <a:r>
              <a:rPr lang="ru-RU" sz="1400" dirty="0" smtClean="0"/>
              <a:t>Глава 12. Формирование кадрового состава гражданской службы </a:t>
            </a:r>
          </a:p>
          <a:p>
            <a:pPr>
              <a:buNone/>
            </a:pPr>
            <a:r>
              <a:rPr lang="ru-RU" sz="1400" dirty="0" smtClean="0"/>
              <a:t>Глава 13. Финансирование гражданской службы. Программы развития гражданской службы </a:t>
            </a:r>
            <a:r>
              <a:rPr lang="ru-RU" sz="1400" dirty="0" smtClean="0">
                <a:solidFill>
                  <a:srgbClr val="0070C0"/>
                </a:solidFill>
              </a:rPr>
              <a:t>города Москвы </a:t>
            </a:r>
          </a:p>
          <a:p>
            <a:pPr>
              <a:buNone/>
            </a:pPr>
            <a:r>
              <a:rPr lang="ru-RU" sz="1400" dirty="0" smtClean="0">
                <a:solidFill>
                  <a:srgbClr val="0070C0"/>
                </a:solidFill>
              </a:rPr>
              <a:t>Глава 14. Управление государственной службой</a:t>
            </a:r>
          </a:p>
          <a:p>
            <a:r>
              <a:rPr lang="ru-RU" sz="1400" dirty="0" smtClean="0"/>
              <a:t>Глава 15. Рассмотрение индивидуальных служебных споров</a:t>
            </a:r>
          </a:p>
          <a:p>
            <a:pPr>
              <a:buNone/>
            </a:pPr>
            <a:endParaRPr lang="ru-RU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Правовой статус государственного гражданского служащего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131840" y="3068960"/>
            <a:ext cx="2880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/>
              <a:t>Группы государственно-служебных норм</a:t>
            </a:r>
            <a:r>
              <a:rPr lang="ru-RU" dirty="0" smtClean="0"/>
              <a:t> </a:t>
            </a:r>
            <a:endParaRPr lang="ru-RU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0" y="1556792"/>
          <a:ext cx="9144000" cy="507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138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Права государственного гражданского служащего</a:t>
            </a:r>
            <a:endParaRPr lang="ru-RU" dirty="0"/>
          </a:p>
        </p:txBody>
      </p:sp>
      <p:graphicFrame>
        <p:nvGraphicFramePr>
          <p:cNvPr id="6" name="Схема 5"/>
          <p:cNvGraphicFramePr/>
          <p:nvPr/>
        </p:nvGraphicFramePr>
        <p:xfrm>
          <a:off x="611560" y="1772816"/>
          <a:ext cx="8208912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4818" name="Picture 2" descr="http://ic1.static.km.ru/sites/default/files/imagecache/240x150/img/article/2012/2/13/244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23928" y="5229200"/>
            <a:ext cx="1684378" cy="1052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572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Обязанности государственного гражданского служащего</a:t>
            </a:r>
            <a:endParaRPr lang="ru-RU" dirty="0"/>
          </a:p>
        </p:txBody>
      </p:sp>
      <p:graphicFrame>
        <p:nvGraphicFramePr>
          <p:cNvPr id="6" name="Схема 5"/>
          <p:cNvGraphicFramePr/>
          <p:nvPr/>
        </p:nvGraphicFramePr>
        <p:xfrm>
          <a:off x="323528" y="1700808"/>
          <a:ext cx="8496944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578" name="Picture 2" descr="http://fb.ru/misc/i/gallery/11048/85762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5856" y="4869160"/>
            <a:ext cx="2872829" cy="1508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2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Ограничения на государственной гражданской службе</a:t>
            </a:r>
            <a:endParaRPr lang="ru-RU" dirty="0"/>
          </a:p>
        </p:txBody>
      </p:sp>
      <p:graphicFrame>
        <p:nvGraphicFramePr>
          <p:cNvPr id="6" name="Схема 5"/>
          <p:cNvGraphicFramePr/>
          <p:nvPr/>
        </p:nvGraphicFramePr>
        <p:xfrm>
          <a:off x="323528" y="2132856"/>
          <a:ext cx="8496944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388" name="Picture 4" descr="http://tolyatti.bezformata.ru/content/image93005066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452320" y="1556792"/>
            <a:ext cx="1440159" cy="1440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045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Запреты, связанные с государственной гражданской службой</a:t>
            </a:r>
            <a:endParaRPr lang="ru-RU" dirty="0"/>
          </a:p>
        </p:txBody>
      </p:sp>
      <p:graphicFrame>
        <p:nvGraphicFramePr>
          <p:cNvPr id="6" name="Схема 5"/>
          <p:cNvGraphicFramePr/>
          <p:nvPr/>
        </p:nvGraphicFramePr>
        <p:xfrm>
          <a:off x="323528" y="2060848"/>
          <a:ext cx="8496944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6" name="Picture 2" descr="http://cs421816.vk.me/v421816134/29e2/oQj24aheFmw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80312" y="1412776"/>
            <a:ext cx="1584041" cy="18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725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Субъекты управления государственной гражданской службой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2780928"/>
            <a:ext cx="7848872" cy="352839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i="1" dirty="0" smtClean="0"/>
              <a:t> </a:t>
            </a:r>
            <a:r>
              <a:rPr lang="ru-RU" b="1" i="1" dirty="0" smtClean="0"/>
              <a:t>Главные направления реформирования государственной службы РФ</a:t>
            </a:r>
            <a:r>
              <a:rPr lang="ru-RU" i="1" dirty="0" smtClean="0"/>
              <a:t>:</a:t>
            </a:r>
          </a:p>
          <a:p>
            <a:r>
              <a:rPr lang="ru-RU" i="1" dirty="0" smtClean="0"/>
              <a:t>создание комплексной нормативно-правовой основы регулирования государственной службы РФ;</a:t>
            </a:r>
          </a:p>
          <a:p>
            <a:r>
              <a:rPr lang="ru-RU" i="1" dirty="0" smtClean="0"/>
              <a:t>разработка эффективных механизмов проведения кадровой политики в сфере государственной службы РФ в целях оптимизации состава государственных служащих;</a:t>
            </a:r>
          </a:p>
          <a:p>
            <a:r>
              <a:rPr lang="ru-RU" i="1" dirty="0" smtClean="0"/>
              <a:t>выработка мер по совершенствованию оплаты труда государственных служащих, финансово-экономического и материально-технического обеспечения государственной службы РФ, по рациональному использованию в системе государственной службы современных информационных технологий;</a:t>
            </a:r>
          </a:p>
          <a:p>
            <a:r>
              <a:rPr lang="ru-RU" i="1" dirty="0" smtClean="0"/>
              <a:t>внедрение программ подготовки кадров для государственной службы РФ и профессионального развития государственных служащих;</a:t>
            </a:r>
          </a:p>
          <a:p>
            <a:r>
              <a:rPr lang="ru-RU" b="1" i="1" dirty="0" smtClean="0">
                <a:solidFill>
                  <a:srgbClr val="FF0000"/>
                </a:solidFill>
              </a:rPr>
              <a:t>формирование системы управления государственной службой РФ.</a:t>
            </a:r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39552" y="1556792"/>
            <a:ext cx="8064896" cy="100811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20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Указ Президента РФ </a:t>
            </a:r>
            <a:r>
              <a:rPr kumimoji="0" lang="ru-RU" sz="20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от 19.11.2002 № 1336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ru-RU" sz="2000" b="1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«О федеральной программе «Реформирование государственной службы Российской Федерации (2003-2005 годы)»</a:t>
            </a:r>
            <a:endParaRPr kumimoji="0" lang="ru-RU" sz="2000" b="1" i="1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7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Субъекты управления государственной гражданской службой</a:t>
            </a:r>
            <a:endParaRPr lang="ru-RU" dirty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611560" y="1697620"/>
            <a:ext cx="5184576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i="1" dirty="0" smtClean="0">
                <a:latin typeface="+mn-lt"/>
                <a:cs typeface="+mn-cs"/>
              </a:rPr>
              <a:t>Система управления государственной службой необходима для :</a:t>
            </a:r>
          </a:p>
          <a:p>
            <a:pPr marL="0" marR="0" lvl="0" indent="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ru-RU" i="1" dirty="0" smtClean="0">
                <a:latin typeface="+mn-lt"/>
                <a:cs typeface="+mn-cs"/>
              </a:rPr>
              <a:t>обеспечения </a:t>
            </a:r>
            <a:r>
              <a:rPr lang="ru-RU" b="1" i="1" dirty="0" smtClean="0">
                <a:latin typeface="+mn-lt"/>
                <a:cs typeface="+mn-cs"/>
              </a:rPr>
              <a:t>единства</a:t>
            </a:r>
            <a:r>
              <a:rPr lang="ru-RU" i="1" dirty="0" smtClean="0">
                <a:latin typeface="+mn-lt"/>
                <a:cs typeface="+mn-cs"/>
              </a:rPr>
              <a:t> государственной службы Российской Федерации,</a:t>
            </a:r>
          </a:p>
          <a:p>
            <a:pPr marL="0" marR="0" lvl="0" indent="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ru-RU" i="1" dirty="0" smtClean="0">
                <a:latin typeface="+mn-lt"/>
                <a:cs typeface="+mn-cs"/>
              </a:rPr>
              <a:t> </a:t>
            </a:r>
            <a:r>
              <a:rPr lang="ru-RU" b="1" i="1" dirty="0" smtClean="0">
                <a:latin typeface="+mn-lt"/>
                <a:cs typeface="+mn-cs"/>
              </a:rPr>
              <a:t>взаимодействия</a:t>
            </a:r>
            <a:r>
              <a:rPr lang="ru-RU" i="1" dirty="0" smtClean="0">
                <a:latin typeface="+mn-lt"/>
                <a:cs typeface="+mn-cs"/>
              </a:rPr>
              <a:t> государственных органов со структурами гражданского общества, </a:t>
            </a:r>
          </a:p>
          <a:p>
            <a:pPr marL="0" marR="0" lvl="0" indent="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ru-RU" b="1" i="1" dirty="0" smtClean="0">
                <a:latin typeface="+mn-lt"/>
                <a:cs typeface="+mn-cs"/>
              </a:rPr>
              <a:t>координации</a:t>
            </a:r>
            <a:r>
              <a:rPr lang="ru-RU" i="1" dirty="0" smtClean="0">
                <a:latin typeface="+mn-lt"/>
                <a:cs typeface="+mn-cs"/>
              </a:rPr>
              <a:t> деятельности государственных органов по вопросам поступления на государственную службу, прохождения и прекращения государственной службы, а также профессионального развития государственных служащих.</a:t>
            </a:r>
          </a:p>
        </p:txBody>
      </p:sp>
      <p:pic>
        <p:nvPicPr>
          <p:cNvPr id="2053" name="Picture 5" descr="http://inmannews.wpengine.netdna-cdn.com/files/imagefield/merger_puzzle_shutterstock_57925420_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2924944"/>
            <a:ext cx="1638370" cy="1164881"/>
          </a:xfrm>
          <a:prstGeom prst="rect">
            <a:avLst/>
          </a:prstGeom>
          <a:noFill/>
        </p:spPr>
      </p:pic>
      <p:pic>
        <p:nvPicPr>
          <p:cNvPr id="2055" name="Picture 7" descr="http://www.paratnova.ru/uploads/images/equality-and-diversity-imag_v_Variation_1(1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2240" y="1844824"/>
            <a:ext cx="1782093" cy="1188062"/>
          </a:xfrm>
          <a:prstGeom prst="rect">
            <a:avLst/>
          </a:prstGeom>
          <a:noFill/>
        </p:spPr>
      </p:pic>
      <p:pic>
        <p:nvPicPr>
          <p:cNvPr id="2061" name="Picture 13" descr="http://spbip.ru/wp-content/uploads/2015/10/%D0%BF%D0%BE%D0%B4%D0%B4%D0%B5%D1%80%D0%B6%D0%BA%D0%B0_%D0%BF%D0%BE_%D0%B2%D0%B8%D0%B4%D0%B5%D0%BE%D0%BD%D0%B0%D0%B1%D0%BB%D1%8E%D0%B4%D0%B5%D0%BD%D0%B8%D1%8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264" y="4293096"/>
            <a:ext cx="1620638" cy="10801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991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Президента РФ по вопросам государственной службы и кадров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4608512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ru-RU" b="1" i="1" dirty="0" smtClean="0"/>
              <a:t>Указ Президента Российской Федерации от 8 июня 2004 г. N 727</a:t>
            </a:r>
          </a:p>
          <a:p>
            <a:pPr algn="ctr">
              <a:buNone/>
            </a:pPr>
            <a:r>
              <a:rPr lang="ru-RU" b="1" i="1" dirty="0" smtClean="0"/>
              <a:t> «Об утверждении Положения об Управлении Президента Российской Федерации по вопросам государственной службы» </a:t>
            </a:r>
            <a:r>
              <a:rPr lang="ru-RU" dirty="0" smtClean="0">
                <a:solidFill>
                  <a:srgbClr val="00B0F0"/>
                </a:solidFill>
              </a:rPr>
              <a:t>- утратило силу</a:t>
            </a:r>
          </a:p>
          <a:p>
            <a:pPr algn="ctr">
              <a:buNone/>
            </a:pPr>
            <a:endParaRPr lang="ru-RU" dirty="0" smtClean="0">
              <a:solidFill>
                <a:srgbClr val="00B0F0"/>
              </a:solidFill>
            </a:endParaRPr>
          </a:p>
          <a:p>
            <a:pPr algn="ctr">
              <a:buNone/>
            </a:pPr>
            <a:r>
              <a:rPr lang="ru-RU" dirty="0" smtClean="0"/>
              <a:t>Управление Президента Российской Федерации по вопросам государственной службы и кадров – самостоятельное подразделение Администрации Президента РФ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r>
              <a:rPr lang="ru-RU" b="1" dirty="0" smtClean="0"/>
              <a:t>Основными задачами </a:t>
            </a:r>
            <a:r>
              <a:rPr lang="ru-RU" dirty="0" smtClean="0"/>
              <a:t>Управления являются:</a:t>
            </a:r>
          </a:p>
          <a:p>
            <a:r>
              <a:rPr lang="ru-RU" dirty="0" smtClean="0"/>
              <a:t>содействие Президенту РФ в определении основных направлений реформирования и развития государственной службы Российской Федерации, в обеспечении согласованного функционирования и взаимодействия органов государственной власти по этим вопросам;</a:t>
            </a:r>
          </a:p>
          <a:p>
            <a:r>
              <a:rPr lang="ru-RU" dirty="0" smtClean="0"/>
              <a:t>обеспечение реализации Президентом РФ его полномочий по проведению государственной политики в области государственной службы;</a:t>
            </a:r>
          </a:p>
          <a:p>
            <a:r>
              <a:rPr lang="ru-RU" dirty="0" smtClean="0"/>
              <a:t>участие в работе по совершенствованию правовых основ государственной службы.</a:t>
            </a:r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50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Субъекты управления государственной гражданской службой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2996952"/>
            <a:ext cx="7848872" cy="30963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i="1" dirty="0" smtClean="0"/>
              <a:t> </a:t>
            </a:r>
            <a:r>
              <a:rPr lang="ru-RU" b="1" i="1" dirty="0" smtClean="0"/>
              <a:t>Главные направления реформирования  и развития системы государственной службы РФ</a:t>
            </a:r>
            <a:r>
              <a:rPr lang="ru-RU" i="1" dirty="0" smtClean="0"/>
              <a:t>:</a:t>
            </a:r>
          </a:p>
          <a:p>
            <a:r>
              <a:rPr lang="ru-RU" i="1" dirty="0" smtClean="0"/>
              <a:t>формирование системы государственной службы Российской Федерации как целостного государственно-правового института, </a:t>
            </a:r>
            <a:r>
              <a:rPr lang="ru-RU" b="1" i="1" dirty="0" smtClean="0">
                <a:solidFill>
                  <a:srgbClr val="FF0000"/>
                </a:solidFill>
              </a:rPr>
              <a:t>создание системы управления государственной службой;</a:t>
            </a:r>
          </a:p>
          <a:p>
            <a:r>
              <a:rPr lang="ru-RU" i="1" dirty="0" smtClean="0"/>
              <a:t>внедрение на государственной службе Российской Федерации эффективных технологий и современных методов кадровой работы;</a:t>
            </a:r>
          </a:p>
          <a:p>
            <a:r>
              <a:rPr lang="ru-RU" i="1" dirty="0" smtClean="0"/>
              <a:t>повышение эффективности государственной службы Российской Федерации и результативности профессиональной служебной деятельности государственных служащих.</a:t>
            </a:r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467544" y="1484784"/>
            <a:ext cx="8136904" cy="115212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ctr" fontAlgn="auto">
              <a:lnSpc>
                <a:spcPct val="110000"/>
              </a:lnSpc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Указ Президента РФ от 10.03.2009 № 261 </a:t>
            </a:r>
          </a:p>
          <a:p>
            <a:pPr algn="ctr" fontAlgn="auto">
              <a:lnSpc>
                <a:spcPct val="110000"/>
              </a:lnSpc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«О федеральной программе «Реформирование  и развитие системы государственной службы Российской Федерации (2009-2013 годы)»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87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Федеральный орган управления государственной службой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84784"/>
            <a:ext cx="7560840" cy="44644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i="1" dirty="0" smtClean="0"/>
              <a:t> </a:t>
            </a:r>
            <a:r>
              <a:rPr lang="ru-RU" b="1" i="1" dirty="0" smtClean="0"/>
              <a:t>Цель создания:</a:t>
            </a:r>
            <a:endParaRPr lang="ru-RU" i="1" dirty="0" smtClean="0"/>
          </a:p>
          <a:p>
            <a:r>
              <a:rPr lang="ru-RU" i="1" dirty="0" smtClean="0"/>
              <a:t>Координация деятельности государственных  органов по регулированию вопросов поступления на ГС, формированию кадрового резерва, прохождению и прекращению ГС;</a:t>
            </a:r>
          </a:p>
          <a:p>
            <a:r>
              <a:rPr lang="ru-RU" i="1" dirty="0" smtClean="0"/>
              <a:t>Ведение Сводного реестра государственных служащих РФ;</a:t>
            </a:r>
          </a:p>
          <a:p>
            <a:pPr lvl="0"/>
            <a:r>
              <a:rPr lang="ru-RU" i="1" dirty="0" smtClean="0"/>
              <a:t>Осуществление вневедомственного контроля за соблюдением законодательства. </a:t>
            </a:r>
          </a:p>
          <a:p>
            <a:endParaRPr lang="ru-RU" i="1" dirty="0" smtClean="0"/>
          </a:p>
          <a:p>
            <a:pPr lvl="0">
              <a:buNone/>
              <a:defRPr/>
            </a:pPr>
            <a:r>
              <a:rPr lang="ru-RU" b="1" i="1" dirty="0" smtClean="0"/>
              <a:t>Место нахождения: </a:t>
            </a:r>
            <a:r>
              <a:rPr lang="ru-RU" i="1" dirty="0" smtClean="0"/>
              <a:t>Структура Администрации Президента РФ.</a:t>
            </a:r>
          </a:p>
          <a:p>
            <a:pPr lvl="0">
              <a:buNone/>
              <a:defRPr/>
            </a:pPr>
            <a:endParaRPr lang="ru-RU" i="1" dirty="0" smtClean="0"/>
          </a:p>
          <a:p>
            <a:pPr lvl="0">
              <a:buNone/>
              <a:defRPr/>
            </a:pPr>
            <a:r>
              <a:rPr lang="ru-RU" b="1" i="1" dirty="0" smtClean="0"/>
              <a:t>Организационная форма: </a:t>
            </a:r>
            <a:r>
              <a:rPr lang="ru-RU" i="1" dirty="0" smtClean="0"/>
              <a:t>самостоятельное управление.</a:t>
            </a:r>
          </a:p>
          <a:p>
            <a:pPr lvl="0">
              <a:buNone/>
              <a:defRPr/>
            </a:pPr>
            <a:endParaRPr lang="ru-RU" i="1" dirty="0" smtClean="0"/>
          </a:p>
          <a:p>
            <a:pPr lvl="0">
              <a:buNone/>
              <a:defRPr/>
            </a:pPr>
            <a:r>
              <a:rPr lang="ru-RU" b="1" i="1" dirty="0" smtClean="0"/>
              <a:t>Объем полномочий: </a:t>
            </a:r>
            <a:r>
              <a:rPr lang="ru-RU" i="1" dirty="0" smtClean="0"/>
              <a:t>определяется законодательством РФ.</a:t>
            </a:r>
          </a:p>
          <a:p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15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Администрация Президента РФ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475252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i="1" dirty="0" smtClean="0"/>
              <a:t> Администрация Президента Российской Федерации является государственным органом, обеспечивающим деятельность Президента РФ и осуществляющим контроль за исполнением решений Президента РФ.</a:t>
            </a:r>
          </a:p>
          <a:p>
            <a:pPr>
              <a:buNone/>
            </a:pPr>
            <a:endParaRPr lang="ru-RU" i="1" dirty="0" smtClean="0"/>
          </a:p>
          <a:p>
            <a:r>
              <a:rPr lang="ru-RU" b="1" dirty="0" smtClean="0"/>
              <a:t>обеспечивает деятельность </a:t>
            </a:r>
            <a:r>
              <a:rPr lang="ru-RU" dirty="0" smtClean="0"/>
              <a:t>главы государства: в подготовке законопроектов для внесения их Президентом в Государственную Думу в порядке законодательной инициативы.</a:t>
            </a:r>
          </a:p>
          <a:p>
            <a:r>
              <a:rPr lang="ru-RU" b="1" dirty="0" smtClean="0"/>
              <a:t>готовит проекты </a:t>
            </a:r>
            <a:r>
              <a:rPr lang="ru-RU" dirty="0" smtClean="0"/>
              <a:t>указов, распоряжений, поручений, обращений Президента, иных документов, в том числе проекты ежегодных посланий Президента Федеральному Собранию.</a:t>
            </a:r>
          </a:p>
          <a:p>
            <a:r>
              <a:rPr lang="ru-RU" b="1" dirty="0" smtClean="0"/>
              <a:t>контролирует и проверяет исполнение </a:t>
            </a:r>
            <a:r>
              <a:rPr lang="ru-RU" dirty="0" smtClean="0"/>
              <a:t>федеральных законов, указов, распоряжений и поручений Президента и представляет ему соответствующие доклады.</a:t>
            </a:r>
          </a:p>
          <a:p>
            <a:r>
              <a:rPr lang="ru-RU" b="1" dirty="0" smtClean="0"/>
              <a:t>обеспечивает взаимодействие </a:t>
            </a:r>
            <a:r>
              <a:rPr lang="ru-RU" dirty="0" smtClean="0"/>
              <a:t>Президента с политическими партиями, общественными объединениями, профессиональными и творческими союзами в России, государственными органами и должностными лицами иностранных государств, российскими и зарубежными политическими и общественными деятелями, международными организациями.</a:t>
            </a:r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8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Президента РФ по вопросам государственной службы и кадров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25202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b="1" i="1" dirty="0" smtClean="0"/>
              <a:t>Указ Президента Российской Федерации от  4 декабря 2009 г. N 1382</a:t>
            </a:r>
          </a:p>
          <a:p>
            <a:pPr algn="ctr">
              <a:buNone/>
            </a:pPr>
            <a:r>
              <a:rPr lang="ru-RU" b="1" i="1" dirty="0" smtClean="0"/>
              <a:t> «Об утверждении Положения об Управлении Президента Российской Федерации по вопросам государственной службы и кадров» </a:t>
            </a:r>
          </a:p>
          <a:p>
            <a:pPr algn="ctr">
              <a:buNone/>
            </a:pPr>
            <a:endParaRPr lang="ru-RU" b="1" i="1" dirty="0" smtClean="0"/>
          </a:p>
          <a:p>
            <a:pPr algn="ctr">
              <a:buNone/>
            </a:pPr>
            <a:r>
              <a:rPr lang="ru-RU" dirty="0" smtClean="0"/>
              <a:t>Управление Президента Российской Федерации по вопросам государственной службы и кадров – самостоятельное подразделение Администрации Президента РФ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4355976" y="4437112"/>
            <a:ext cx="3995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Начальник Управления Президента по вопросам государственной службы и кадров – Антон Юрьевич Фёдоров</a:t>
            </a:r>
            <a:endParaRPr lang="ru-RU" dirty="0"/>
          </a:p>
        </p:txBody>
      </p:sp>
      <p:pic>
        <p:nvPicPr>
          <p:cNvPr id="134148" name="Picture 4" descr="http://im2.kommersant.ru/Issues.photo/CORP/2013/09/11/KMO_074321_00150_1_t2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293096"/>
            <a:ext cx="2818901" cy="158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879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Президента РФ по вопросам государственной службы и кадров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45365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b="1" i="1" dirty="0" smtClean="0"/>
              <a:t>Основные задачи:</a:t>
            </a:r>
          </a:p>
          <a:p>
            <a:r>
              <a:rPr lang="ru-RU" dirty="0" smtClean="0"/>
              <a:t>участие в обеспечении реализации Президентом РФ его полномочий по решению </a:t>
            </a:r>
            <a:r>
              <a:rPr lang="ru-RU" b="1" dirty="0" smtClean="0">
                <a:solidFill>
                  <a:srgbClr val="00B0F0"/>
                </a:solidFill>
              </a:rPr>
              <a:t>кадровых вопросов </a:t>
            </a:r>
            <a:r>
              <a:rPr lang="ru-RU" dirty="0" smtClean="0"/>
              <a:t>и полномочий по проведению </a:t>
            </a:r>
            <a:r>
              <a:rPr lang="ru-RU" b="1" dirty="0" smtClean="0">
                <a:solidFill>
                  <a:srgbClr val="00B0F0"/>
                </a:solidFill>
              </a:rPr>
              <a:t>государственной политики в области государственной службы </a:t>
            </a:r>
            <a:r>
              <a:rPr lang="ru-RU" dirty="0" smtClean="0"/>
              <a:t>РФ;</a:t>
            </a:r>
          </a:p>
          <a:p>
            <a:r>
              <a:rPr lang="ru-RU" dirty="0" smtClean="0"/>
              <a:t>осуществление </a:t>
            </a:r>
            <a:r>
              <a:rPr lang="ru-RU" b="1" dirty="0" smtClean="0">
                <a:solidFill>
                  <a:srgbClr val="00B0F0"/>
                </a:solidFill>
              </a:rPr>
              <a:t>контроля за исполнением </a:t>
            </a:r>
            <a:r>
              <a:rPr lang="ru-RU" dirty="0" smtClean="0"/>
              <a:t>федеральных законов, указов, распоряжений, поручений и указаний Президента РФ по вопросам государственной службы и кадров;</a:t>
            </a:r>
          </a:p>
          <a:p>
            <a:r>
              <a:rPr lang="ru-RU" dirty="0" smtClean="0"/>
              <a:t> подготовка предложений Президенту РФ по вопросам </a:t>
            </a:r>
            <a:r>
              <a:rPr lang="ru-RU" b="1" dirty="0" smtClean="0">
                <a:solidFill>
                  <a:srgbClr val="00B0F0"/>
                </a:solidFill>
              </a:rPr>
              <a:t>реформирования и развития</a:t>
            </a:r>
            <a:r>
              <a:rPr lang="ru-RU" dirty="0" smtClean="0"/>
              <a:t> государственной службы, а также по вопросам </a:t>
            </a:r>
            <a:r>
              <a:rPr lang="ru-RU" b="1" dirty="0" smtClean="0">
                <a:solidFill>
                  <a:srgbClr val="00B0F0"/>
                </a:solidFill>
              </a:rPr>
              <a:t>кадровой политики;</a:t>
            </a:r>
          </a:p>
          <a:p>
            <a:r>
              <a:rPr lang="ru-RU" dirty="0" smtClean="0"/>
              <a:t>содействие Президенту РФ в определении основных направлений кадровой политики, реформирования и развития государственной службы, в </a:t>
            </a:r>
            <a:r>
              <a:rPr lang="ru-RU" b="1" dirty="0" smtClean="0">
                <a:solidFill>
                  <a:srgbClr val="00B0F0"/>
                </a:solidFill>
              </a:rPr>
              <a:t>обеспечении согласованного функционирования и взаимодействия</a:t>
            </a:r>
            <a:r>
              <a:rPr lang="ru-RU" dirty="0" smtClean="0"/>
              <a:t> органов государственной власти по этим вопросам …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01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города Москвы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83568" y="1484784"/>
            <a:ext cx="3312368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Мэр Москвы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076056" y="1484784"/>
            <a:ext cx="3312368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Орган по управлению государственной службой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95536" y="2636912"/>
            <a:ext cx="40324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/>
              <a:t>Общее руководство гражданской службой города Москвы и ее координация осуществляются Мэром Москвы.</a:t>
            </a:r>
          </a:p>
          <a:p>
            <a:pPr algn="ctr"/>
            <a:r>
              <a:rPr lang="ru-RU" sz="1400" dirty="0" smtClean="0"/>
              <a:t> </a:t>
            </a:r>
          </a:p>
          <a:p>
            <a:pPr algn="ctr"/>
            <a:r>
              <a:rPr lang="ru-RU" sz="1400" dirty="0" smtClean="0"/>
              <a:t>Мэр Москвы является высшим должностным лицом города Москвы</a:t>
            </a:r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4644008" y="4401980"/>
            <a:ext cx="4104456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i="1" dirty="0" smtClean="0">
                <a:solidFill>
                  <a:srgbClr val="0070C0"/>
                </a:solidFill>
              </a:rPr>
              <a:t>При вступлении в должность Мэр Москвы приносит </a:t>
            </a:r>
            <a:r>
              <a:rPr lang="ru-RU" sz="1200" b="1" i="1" dirty="0" smtClean="0">
                <a:solidFill>
                  <a:srgbClr val="0070C0"/>
                </a:solidFill>
              </a:rPr>
              <a:t>присягу</a:t>
            </a:r>
            <a:r>
              <a:rPr lang="ru-RU" sz="1200" i="1" dirty="0" smtClean="0">
                <a:solidFill>
                  <a:srgbClr val="0070C0"/>
                </a:solidFill>
              </a:rPr>
              <a:t>:</a:t>
            </a:r>
          </a:p>
          <a:p>
            <a:pPr marL="0" marR="0" lvl="0" indent="3429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200" i="1" dirty="0" smtClean="0">
                <a:solidFill>
                  <a:srgbClr val="0070C0"/>
                </a:solidFill>
              </a:rPr>
              <a:t>"Клянусь при осуществлении полномочий Мэра Москвы соблюдать Конституцию Российской Федерации, федеральное законодательство, Устав и законы города Москвы, честно и добросовестно исполнять возложенные на меня обязанности, служить процветанию города и благополучию его жителей" </a:t>
            </a:r>
          </a:p>
        </p:txBody>
      </p:sp>
      <p:pic>
        <p:nvPicPr>
          <p:cNvPr id="88068" name="Picture 4" descr="https://im3-tub-ru.yandex.net/i?id=2b80f3ed74d109beb3332321559293f8-43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4221088"/>
            <a:ext cx="1115566" cy="1640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Государственная гражданская служба города Москвы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2852936"/>
            <a:ext cx="828092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360000"/>
            <a:r>
              <a:rPr lang="ru-RU" sz="1200" dirty="0" smtClean="0"/>
              <a:t>1) выработки предложений по </a:t>
            </a:r>
            <a:r>
              <a:rPr lang="ru-RU" sz="1200" b="1" dirty="0" smtClean="0"/>
              <a:t>проведению кадровой политики </a:t>
            </a:r>
            <a:r>
              <a:rPr lang="ru-RU" sz="1200" dirty="0" smtClean="0"/>
              <a:t>в государственных органах города Москвы, а также в целях контроля за ее реализацией;</a:t>
            </a:r>
          </a:p>
          <a:p>
            <a:pPr marL="180000" indent="360000"/>
            <a:r>
              <a:rPr lang="ru-RU" sz="1200" dirty="0" smtClean="0"/>
              <a:t>2) </a:t>
            </a:r>
            <a:r>
              <a:rPr lang="ru-RU" sz="1200" b="1" dirty="0" smtClean="0"/>
              <a:t>координации деятельности государственных органов </a:t>
            </a:r>
            <a:r>
              <a:rPr lang="ru-RU" sz="1200" dirty="0" smtClean="0"/>
              <a:t>при решении вопросов поступления на гражданскую службу, формирования кадрового резерва, прохождения и прекращения гражданской службы, использования кадрового резерва, подготовки, переподготовки, повышения квалификации и стажировки гражданских служащих, а также в целях осуществления контроля за соблюдением в государственных органах законодательства о гражданской службе;</a:t>
            </a:r>
          </a:p>
          <a:p>
            <a:pPr marL="180000" indent="360000"/>
            <a:r>
              <a:rPr lang="ru-RU" sz="1200" dirty="0" smtClean="0"/>
              <a:t>3) подготовки и внесения предложений о </a:t>
            </a:r>
            <a:r>
              <a:rPr lang="ru-RU" sz="1200" b="1" dirty="0" smtClean="0"/>
              <a:t>реализации положений законодательства </a:t>
            </a:r>
            <a:r>
              <a:rPr lang="ru-RU" sz="1200" dirty="0" smtClean="0"/>
              <a:t>о гражданской службе в установленном порядке;</a:t>
            </a:r>
          </a:p>
          <a:p>
            <a:pPr marL="180000" indent="360000"/>
            <a:r>
              <a:rPr lang="ru-RU" sz="1200" dirty="0" smtClean="0"/>
              <a:t>4) обеспечения деятельности </a:t>
            </a:r>
            <a:r>
              <a:rPr lang="ru-RU" sz="1200" b="1" dirty="0" smtClean="0"/>
              <a:t>комиссии по урегулированию конфликтов интересов</a:t>
            </a:r>
            <a:r>
              <a:rPr lang="ru-RU" sz="1200" dirty="0" smtClean="0"/>
              <a:t>, созданной в органе по управлению государственной службой, и участия в деятельности аналогичных комиссий, создаваемых в государственных органах, а также в деятельности </a:t>
            </a:r>
            <a:r>
              <a:rPr lang="ru-RU" sz="1200" b="1" dirty="0" smtClean="0"/>
              <a:t>комиссий по проведению конкурсов </a:t>
            </a:r>
            <a:r>
              <a:rPr lang="ru-RU" sz="1200" dirty="0" smtClean="0"/>
              <a:t>на замещение должностей гражданской службы, </a:t>
            </a:r>
            <a:r>
              <a:rPr lang="ru-RU" sz="1200" b="1" dirty="0" smtClean="0"/>
              <a:t>по проведению аттестации </a:t>
            </a:r>
            <a:r>
              <a:rPr lang="ru-RU" sz="1200" dirty="0" smtClean="0"/>
              <a:t>гражданских служащих </a:t>
            </a:r>
            <a:r>
              <a:rPr lang="ru-RU" sz="1200" b="1" dirty="0" smtClean="0"/>
              <a:t>и по сдаче квалификационных экзаменов</a:t>
            </a:r>
            <a:r>
              <a:rPr lang="ru-RU" sz="1200" dirty="0" smtClean="0"/>
              <a:t> гражданскими служащими;</a:t>
            </a:r>
          </a:p>
          <a:p>
            <a:pPr marL="180000" indent="360000"/>
            <a:r>
              <a:rPr lang="ru-RU" sz="1200" dirty="0" smtClean="0"/>
              <a:t>5) определения периодов службы (работы), которые включаются в </a:t>
            </a:r>
            <a:r>
              <a:rPr lang="ru-RU" sz="1200" b="1" dirty="0" smtClean="0"/>
              <a:t>стаж гражданской службы</a:t>
            </a:r>
            <a:r>
              <a:rPr lang="ru-RU" sz="1200" dirty="0" smtClean="0"/>
              <a:t>;</a:t>
            </a:r>
          </a:p>
          <a:p>
            <a:pPr marL="180000" indent="360000"/>
            <a:r>
              <a:rPr lang="ru-RU" sz="1200" dirty="0" smtClean="0"/>
              <a:t>6) подготовки </a:t>
            </a:r>
            <a:r>
              <a:rPr lang="ru-RU" sz="1200" b="1" dirty="0" smtClean="0"/>
              <a:t>разъяснений и рекомендаций </a:t>
            </a:r>
            <a:r>
              <a:rPr lang="ru-RU" sz="1200" dirty="0" smtClean="0"/>
              <a:t>для государственных органов по вопросам гражданской службы.</a:t>
            </a:r>
            <a:endParaRPr lang="ru-RU" sz="1400" dirty="0" smtClean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55576" y="1484784"/>
            <a:ext cx="3312368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Орган по управлению государственной службой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076056" y="1484784"/>
            <a:ext cx="3312368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Управление государственной службы и кадров Правительства Москвы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Равно 7"/>
          <p:cNvSpPr/>
          <p:nvPr/>
        </p:nvSpPr>
        <p:spPr>
          <a:xfrm>
            <a:off x="4283968" y="1772816"/>
            <a:ext cx="648072" cy="43204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государственной службы и кадров </a:t>
            </a:r>
            <a:br>
              <a:rPr lang="ru-RU" dirty="0" smtClean="0"/>
            </a:br>
            <a:r>
              <a:rPr lang="ru-RU" dirty="0" smtClean="0"/>
              <a:t>Правительства Москвы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340768"/>
            <a:ext cx="5688632" cy="4896544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ru-RU" b="1" i="1" dirty="0" smtClean="0"/>
              <a:t>Постановление Правительства Москвы от  2 августа 2005 г. N 581-ПП  «Об утверждении Положения об Управлении государственной службы и кадров Правительства Москвы» </a:t>
            </a:r>
          </a:p>
          <a:p>
            <a:pPr algn="ctr">
              <a:buNone/>
            </a:pPr>
            <a:endParaRPr lang="ru-RU" b="1" i="1" dirty="0" smtClean="0"/>
          </a:p>
          <a:p>
            <a:pPr>
              <a:buFont typeface="+mj-lt"/>
              <a:buAutoNum type="arabicPeriod"/>
            </a:pPr>
            <a:r>
              <a:rPr lang="ru-RU" dirty="0" smtClean="0"/>
              <a:t>Управление государственной службы и кадров Правительства Москвы – самостоятельное подразделение Аппарата Мэра и Правительства Москвы.</a:t>
            </a:r>
          </a:p>
          <a:p>
            <a:pPr>
              <a:buFont typeface="+mj-lt"/>
              <a:buAutoNum type="arabicPeriod"/>
            </a:pPr>
            <a:r>
              <a:rPr lang="ru-RU" dirty="0" smtClean="0"/>
              <a:t>Не обладает правами юридического лица.</a:t>
            </a:r>
          </a:p>
          <a:p>
            <a:pPr>
              <a:buFont typeface="+mj-lt"/>
              <a:buAutoNum type="arabicPeriod"/>
            </a:pPr>
            <a:r>
              <a:rPr lang="ru-RU" dirty="0" smtClean="0"/>
              <a:t>Сокращенное название – УГСК Правительства Москвы.</a:t>
            </a:r>
          </a:p>
          <a:p>
            <a:pPr>
              <a:buFont typeface="+mj-lt"/>
              <a:buAutoNum type="arabicPeriod"/>
            </a:pPr>
            <a:r>
              <a:rPr lang="ru-RU" dirty="0" smtClean="0"/>
              <a:t>Координация деятельности Управления осуществляется Мэром Москвы. </a:t>
            </a:r>
          </a:p>
          <a:p>
            <a:pPr>
              <a:buFont typeface="+mj-lt"/>
              <a:buAutoNum type="arabicPeriod"/>
            </a:pPr>
            <a:r>
              <a:rPr lang="ru-RU" dirty="0" smtClean="0"/>
              <a:t>Непосредственный контроль за работой Управления осуществляется руководителем Аппарата Мэра и Правительства Москвы.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Picture 2" descr="https://www.mos.ru/upload/iblock/646/646d7dbf670e4259de720753315af7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2420888"/>
            <a:ext cx="1762125" cy="2143125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6156176" y="4941168"/>
            <a:ext cx="25922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Малыхин Павел Анатольевич</a:t>
            </a:r>
          </a:p>
          <a:p>
            <a:r>
              <a:rPr lang="ru-RU" sz="1200" dirty="0" smtClean="0"/>
              <a:t>Исполняющий обязанности начальника Управления государственной службы и кадров Правительства Москвы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0289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государственной службы и кадров </a:t>
            </a:r>
            <a:br>
              <a:rPr lang="ru-RU" dirty="0" smtClean="0"/>
            </a:br>
            <a:r>
              <a:rPr lang="ru-RU" dirty="0" smtClean="0"/>
              <a:t>Правительства Москвы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45365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b="1" i="1" dirty="0" smtClean="0"/>
              <a:t>Основные задачи:</a:t>
            </a:r>
          </a:p>
          <a:p>
            <a:r>
              <a:rPr lang="ru-RU" dirty="0" smtClean="0"/>
              <a:t>Подготовка предложений по </a:t>
            </a:r>
            <a:r>
              <a:rPr lang="ru-RU" b="1" dirty="0" smtClean="0">
                <a:solidFill>
                  <a:srgbClr val="00B0F0"/>
                </a:solidFill>
              </a:rPr>
              <a:t>формированию кадровой политики </a:t>
            </a:r>
            <a:r>
              <a:rPr lang="ru-RU" dirty="0" smtClean="0"/>
              <a:t>Мэра Москвы и Правительства Москвы </a:t>
            </a:r>
            <a:r>
              <a:rPr lang="ru-RU" dirty="0" smtClean="0">
                <a:solidFill>
                  <a:srgbClr val="00B0F0"/>
                </a:solidFill>
              </a:rPr>
              <a:t>и </a:t>
            </a:r>
            <a:r>
              <a:rPr lang="ru-RU" b="1" dirty="0" smtClean="0">
                <a:solidFill>
                  <a:srgbClr val="00B0F0"/>
                </a:solidFill>
              </a:rPr>
              <a:t>ее проведение в государственных органах</a:t>
            </a:r>
            <a:r>
              <a:rPr lang="ru-RU" dirty="0" smtClean="0"/>
              <a:t> города Москвы в целях повышения эффективности их деятельности.</a:t>
            </a:r>
          </a:p>
          <a:p>
            <a:r>
              <a:rPr lang="ru-RU" dirty="0" smtClean="0"/>
              <a:t>Подготовка предложений по </a:t>
            </a:r>
            <a:r>
              <a:rPr lang="ru-RU" b="1" dirty="0" smtClean="0">
                <a:solidFill>
                  <a:srgbClr val="00B0F0"/>
                </a:solidFill>
              </a:rPr>
              <a:t>совершенствованию законодательства </a:t>
            </a:r>
            <a:r>
              <a:rPr lang="ru-RU" dirty="0" smtClean="0"/>
              <a:t>о государственной гражданской службе, его практической реализации в государственных органах города Москвы.</a:t>
            </a:r>
          </a:p>
          <a:p>
            <a:r>
              <a:rPr lang="ru-RU" dirty="0" smtClean="0"/>
              <a:t>Подготовка совместно с заинтересованными ОИВ предложений по </a:t>
            </a:r>
            <a:r>
              <a:rPr lang="ru-RU" b="1" dirty="0" smtClean="0">
                <a:solidFill>
                  <a:srgbClr val="00B0F0"/>
                </a:solidFill>
              </a:rPr>
              <a:t>совершенствованию структуры </a:t>
            </a:r>
            <a:r>
              <a:rPr lang="ru-RU" dirty="0" smtClean="0"/>
              <a:t>ОИВ города Москвы, Аппарата Мэра и Правительства Москвы.</a:t>
            </a:r>
          </a:p>
          <a:p>
            <a:r>
              <a:rPr lang="ru-RU" b="1" dirty="0" smtClean="0">
                <a:solidFill>
                  <a:srgbClr val="00B0F0"/>
                </a:solidFill>
              </a:rPr>
              <a:t>Кадровое</a:t>
            </a:r>
            <a:r>
              <a:rPr lang="ru-RU" b="1" dirty="0" smtClean="0"/>
              <a:t> </a:t>
            </a:r>
            <a:r>
              <a:rPr lang="ru-RU" b="1" dirty="0" smtClean="0">
                <a:solidFill>
                  <a:srgbClr val="00B0F0"/>
                </a:solidFill>
              </a:rPr>
              <a:t>обеспечение</a:t>
            </a:r>
            <a:r>
              <a:rPr lang="ru-RU" b="1" dirty="0" smtClean="0"/>
              <a:t> </a:t>
            </a:r>
            <a:r>
              <a:rPr lang="ru-RU" dirty="0" smtClean="0"/>
              <a:t>Мэра Москвы, Правительства Москвы, Аппарата Мэра и Правительства Москвы, а также ОИВ города Москвы.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66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Управление государственной службы и кадров </a:t>
            </a:r>
            <a:br>
              <a:rPr lang="ru-RU" dirty="0" smtClean="0"/>
            </a:br>
            <a:r>
              <a:rPr lang="ru-RU" dirty="0" smtClean="0"/>
              <a:t>Правительства Москвы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7992888" cy="45365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b="1" i="1" dirty="0" smtClean="0"/>
              <a:t>Основные задачи:</a:t>
            </a:r>
          </a:p>
          <a:p>
            <a:r>
              <a:rPr lang="ru-RU" dirty="0" smtClean="0"/>
              <a:t>Организационно-техническое </a:t>
            </a:r>
            <a:r>
              <a:rPr lang="ru-RU" b="1" dirty="0" smtClean="0">
                <a:solidFill>
                  <a:srgbClr val="00B0F0"/>
                </a:solidFill>
              </a:rPr>
              <a:t>обеспечение деятельности </a:t>
            </a:r>
            <a:r>
              <a:rPr lang="ru-RU" dirty="0" smtClean="0"/>
              <a:t>комиссий и советов по вопросам кадровой политики или гражданской службы, создаваемых в Аппарате Мэра и Правительства Москвы.</a:t>
            </a:r>
          </a:p>
          <a:p>
            <a:r>
              <a:rPr lang="ru-RU" dirty="0" smtClean="0"/>
              <a:t>Организация </a:t>
            </a:r>
            <a:r>
              <a:rPr lang="ru-RU" b="1" dirty="0" smtClean="0">
                <a:solidFill>
                  <a:srgbClr val="00B0F0"/>
                </a:solidFill>
              </a:rPr>
              <a:t>профессиональной подготовки </a:t>
            </a:r>
            <a:r>
              <a:rPr lang="ru-RU" dirty="0" smtClean="0"/>
              <a:t>кадров для гражданской службы, </a:t>
            </a:r>
            <a:r>
              <a:rPr lang="ru-RU" b="1" dirty="0" smtClean="0">
                <a:solidFill>
                  <a:srgbClr val="00B0F0"/>
                </a:solidFill>
              </a:rPr>
              <a:t>дополнительного профессионального образования </a:t>
            </a:r>
            <a:r>
              <a:rPr lang="ru-RU" dirty="0" smtClean="0"/>
              <a:t>государственных гражданских служащих города, а также формирование, размещение и исполнение заказа Правительства Москвы на ДПО ГГС.</a:t>
            </a:r>
          </a:p>
          <a:p>
            <a:r>
              <a:rPr lang="ru-RU" dirty="0" smtClean="0"/>
              <a:t>Организация и проведение работы по </a:t>
            </a:r>
            <a:r>
              <a:rPr lang="ru-RU" b="1" dirty="0" smtClean="0">
                <a:solidFill>
                  <a:srgbClr val="00B0F0"/>
                </a:solidFill>
              </a:rPr>
              <a:t>награждению работников </a:t>
            </a:r>
            <a:r>
              <a:rPr lang="ru-RU" dirty="0" smtClean="0"/>
              <a:t>организаций и жителей города Москвы государственными наградами Российской Федерации и наградами города Москвы.</a:t>
            </a:r>
          </a:p>
          <a:p>
            <a:r>
              <a:rPr lang="ru-RU" dirty="0" smtClean="0"/>
              <a:t>Координация деятельности государственных органов города Москвы при решении вопросов </a:t>
            </a:r>
            <a:r>
              <a:rPr lang="ru-RU" b="1" dirty="0" smtClean="0">
                <a:solidFill>
                  <a:srgbClr val="00B0F0"/>
                </a:solidFill>
              </a:rPr>
              <a:t>поступления</a:t>
            </a:r>
            <a:r>
              <a:rPr lang="ru-RU" dirty="0" smtClean="0"/>
              <a:t> на гражданскую службу, ее </a:t>
            </a:r>
            <a:r>
              <a:rPr lang="ru-RU" b="1" dirty="0" smtClean="0">
                <a:solidFill>
                  <a:srgbClr val="00B0F0"/>
                </a:solidFill>
              </a:rPr>
              <a:t>прохождения</a:t>
            </a:r>
            <a:r>
              <a:rPr lang="ru-RU" dirty="0" smtClean="0"/>
              <a:t> и </a:t>
            </a:r>
            <a:r>
              <a:rPr lang="ru-RU" b="1" dirty="0" smtClean="0">
                <a:solidFill>
                  <a:srgbClr val="00B0F0"/>
                </a:solidFill>
              </a:rPr>
              <a:t>прекращения</a:t>
            </a:r>
            <a:r>
              <a:rPr lang="ru-RU" dirty="0" smtClean="0"/>
              <a:t>, а также </a:t>
            </a:r>
            <a:r>
              <a:rPr lang="ru-RU" b="1" dirty="0" smtClean="0">
                <a:solidFill>
                  <a:srgbClr val="00B0F0"/>
                </a:solidFill>
              </a:rPr>
              <a:t>контроль за соблюдением </a:t>
            </a:r>
            <a:r>
              <a:rPr lang="ru-RU" dirty="0" smtClean="0"/>
              <a:t>в государственных органах города Москвы </a:t>
            </a:r>
            <a:r>
              <a:rPr lang="ru-RU" b="1" dirty="0" smtClean="0">
                <a:solidFill>
                  <a:srgbClr val="00B0F0"/>
                </a:solidFill>
              </a:rPr>
              <a:t>законодательства</a:t>
            </a:r>
            <a:r>
              <a:rPr lang="ru-RU" dirty="0" smtClean="0"/>
              <a:t> о гражданской службе.</a:t>
            </a:r>
          </a:p>
          <a:p>
            <a:pPr>
              <a:buNone/>
            </a:pPr>
            <a:endParaRPr lang="ru-RU" i="1" dirty="0" smtClean="0"/>
          </a:p>
          <a:p>
            <a:pPr>
              <a:buNone/>
            </a:pPr>
            <a:endParaRPr lang="ru-RU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88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686800" cy="838200"/>
          </a:xfrm>
        </p:spPr>
        <p:txBody>
          <a:bodyPr/>
          <a:lstStyle/>
          <a:p>
            <a:pPr algn="ctr"/>
            <a:r>
              <a:rPr lang="ru-RU" dirty="0" smtClean="0"/>
              <a:t>Федеральный орган управления государственной службой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84784"/>
            <a:ext cx="7560840" cy="302433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400" b="1" i="1" dirty="0" smtClean="0"/>
              <a:t>Управление государственной службой </a:t>
            </a:r>
            <a:r>
              <a:rPr lang="ru-RU" sz="2400" i="1" dirty="0" smtClean="0"/>
              <a:t>– сознательное, целенаправленное воздействие  органов власти на государственную службу как систему в целях реализации ее функций, проведения единой государственной политики в сфере организации и деятельности государственного аппарата, работы с персоналом.</a:t>
            </a:r>
          </a:p>
          <a:p>
            <a:pPr lvl="0" algn="ctr">
              <a:buNone/>
              <a:defRPr/>
            </a:pPr>
            <a:endParaRPr lang="ru-RU" sz="2400" i="1" dirty="0" smtClean="0"/>
          </a:p>
          <a:p>
            <a:pPr algn="ctr"/>
            <a:endParaRPr lang="ru-RU" sz="2400" i="1" dirty="0" smtClean="0"/>
          </a:p>
        </p:txBody>
      </p:sp>
      <p:sp>
        <p:nvSpPr>
          <p:cNvPr id="4" name="AutoShape 2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4" name="AutoShape 6" descr="https://im3-tub-ru.yandex.net/i?id=5260cf382851212811e482a5aad31bfa-18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6" name="AutoShape 8" descr="https://im0-tub-ru.yandex.net/i?id=c741cf263f13246d659ebe10db835bfa-71-144&amp;n=2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28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7649" y="2505670"/>
            <a:ext cx="828871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defRPr/>
            </a:pPr>
            <a:r>
              <a:rPr kumimoji="1" lang="ru-RU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Goudy Old Style" charset="0"/>
                <a:ea typeface="Geneva CY" charset="0"/>
                <a:cs typeface="Geneva CY" charset="0"/>
              </a:rPr>
              <a:t>Спасибо за внимание!</a:t>
            </a:r>
          </a:p>
        </p:txBody>
      </p:sp>
      <p:pic>
        <p:nvPicPr>
          <p:cNvPr id="3" name="Picture 12" descr="http://im1-tub-ru.yandex.net/i?id=033567883ded244249763bc078190e8d-125-144&amp;n=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4005064"/>
            <a:ext cx="1905000" cy="1428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MGUU colors">
      <a:dk1>
        <a:sysClr val="windowText" lastClr="000000"/>
      </a:dk1>
      <a:lt1>
        <a:sysClr val="window" lastClr="FFFFFF"/>
      </a:lt1>
      <a:dk2>
        <a:srgbClr val="6D6E71"/>
      </a:dk2>
      <a:lt2>
        <a:srgbClr val="B1B3B6"/>
      </a:lt2>
      <a:accent1>
        <a:srgbClr val="C7254B"/>
      </a:accent1>
      <a:accent2>
        <a:srgbClr val="F58221"/>
      </a:accent2>
      <a:accent3>
        <a:srgbClr val="FDB913"/>
      </a:accent3>
      <a:accent4>
        <a:srgbClr val="3EB049"/>
      </a:accent4>
      <a:accent5>
        <a:srgbClr val="1F87C9"/>
      </a:accent5>
      <a:accent6>
        <a:srgbClr val="6362AC"/>
      </a:accent6>
      <a:hlink>
        <a:srgbClr val="170DCB"/>
      </a:hlink>
      <a:folHlink>
        <a:srgbClr val="800080"/>
      </a:folHlink>
    </a:clrScheme>
    <a:fontScheme name="Mguu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4745</TotalTime>
  <Words>4280</Words>
  <Application>Microsoft Office PowerPoint</Application>
  <PresentationFormat>Экран (4:3)</PresentationFormat>
  <Paragraphs>566</Paragraphs>
  <Slides>60</Slides>
  <Notes>60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1" baseType="lpstr">
      <vt:lpstr>Тема Office</vt:lpstr>
      <vt:lpstr>«ГОСУДАРСТВЕННАЯ СЛУЖБА  РОССИЙСКОЙ ФЕДАРАЦИИ»</vt:lpstr>
      <vt:lpstr>Вопросы для рассмотрения</vt:lpstr>
      <vt:lpstr>Государственная служба РФ</vt:lpstr>
      <vt:lpstr>Государственная служба РФ</vt:lpstr>
      <vt:lpstr>Система государственной службы РФ</vt:lpstr>
      <vt:lpstr>Система государственной службы РФ</vt:lpstr>
      <vt:lpstr>Принципы системы государственной службы РФ</vt:lpstr>
      <vt:lpstr>Принципы системы государственной службы РФ - конституционные</vt:lpstr>
      <vt:lpstr>Принципы системы государственной службы РФ – организационно-правовые</vt:lpstr>
      <vt:lpstr>Государственная гражданская служба</vt:lpstr>
      <vt:lpstr>Государственная гражданская служба РФ</vt:lpstr>
      <vt:lpstr>Государственная гражданская служба РФ</vt:lpstr>
      <vt:lpstr>Государственные должности</vt:lpstr>
      <vt:lpstr>Государственные должности</vt:lpstr>
      <vt:lpstr>Государственные должности РФ</vt:lpstr>
      <vt:lpstr>Государственные должности субъектов РФ</vt:lpstr>
      <vt:lpstr>Государственные должности РФ и субъектов РФ</vt:lpstr>
      <vt:lpstr>Должности государственной службы</vt:lpstr>
      <vt:lpstr>Государственная гражданская служба РФ</vt:lpstr>
      <vt:lpstr>Должности государственной гражданской службы РФ</vt:lpstr>
      <vt:lpstr>Должности государственной гражданской службы РФ</vt:lpstr>
      <vt:lpstr>Должности государственной гражданской службы РФ</vt:lpstr>
      <vt:lpstr>Реестры должностей  гражданской службы</vt:lpstr>
      <vt:lpstr>Реестры должностей  гражданской службы</vt:lpstr>
      <vt:lpstr>Реестры должностей  гражданской службы</vt:lpstr>
      <vt:lpstr>Реестры должностей  гражданской службы</vt:lpstr>
      <vt:lpstr>Реестры должностей  гражданской службы</vt:lpstr>
      <vt:lpstr>Государственная гражданская служба РФ</vt:lpstr>
      <vt:lpstr>Классные чины государственной гражданской службы</vt:lpstr>
      <vt:lpstr>Классные чины государственной гражданской службы</vt:lpstr>
      <vt:lpstr>Классные чины государственной гражданской службы</vt:lpstr>
      <vt:lpstr>Классные чины государственной гражданской службы</vt:lpstr>
      <vt:lpstr>Государственная гражданская служба РФ</vt:lpstr>
      <vt:lpstr>Государственная гражданская служба РФ</vt:lpstr>
      <vt:lpstr>Государственная гражданская служба РФ</vt:lpstr>
      <vt:lpstr>Государственная гражданская служба РФ</vt:lpstr>
      <vt:lpstr>Государственная гражданская служба РФ</vt:lpstr>
      <vt:lpstr>Государственная гражданская служба РФ</vt:lpstr>
      <vt:lpstr>Государственная гражданская служба города Москвы</vt:lpstr>
      <vt:lpstr>Государственная гражданская служба города Москвы</vt:lpstr>
      <vt:lpstr>Правовой статус государственного гражданского служащего</vt:lpstr>
      <vt:lpstr>Права государственного гражданского служащего</vt:lpstr>
      <vt:lpstr>Обязанности государственного гражданского служащего</vt:lpstr>
      <vt:lpstr>Ограничения на государственной гражданской службе</vt:lpstr>
      <vt:lpstr>Запреты, связанные с государственной гражданской службой</vt:lpstr>
      <vt:lpstr>Субъекты управления государственной гражданской службой</vt:lpstr>
      <vt:lpstr>Субъекты управления государственной гражданской службой</vt:lpstr>
      <vt:lpstr>Управление Президента РФ по вопросам государственной службы и кадров</vt:lpstr>
      <vt:lpstr>Субъекты управления государственной гражданской службой</vt:lpstr>
      <vt:lpstr>Федеральный орган управления государственной службой</vt:lpstr>
      <vt:lpstr>Администрация Президента РФ</vt:lpstr>
      <vt:lpstr>Управление Президента РФ по вопросам государственной службы и кадров</vt:lpstr>
      <vt:lpstr>Управление Президента РФ по вопросам государственной службы и кадров</vt:lpstr>
      <vt:lpstr>Государственная гражданская служба города Москвы</vt:lpstr>
      <vt:lpstr>Государственная гражданская служба города Москвы</vt:lpstr>
      <vt:lpstr>Управление государственной службы и кадров  Правительства Москвы</vt:lpstr>
      <vt:lpstr>Управление государственной службы и кадров  Правительства Москвы</vt:lpstr>
      <vt:lpstr>Управление государственной службы и кадров  Правительства Москвы</vt:lpstr>
      <vt:lpstr>Федеральный орган управления государственной службой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*</dc:creator>
  <cp:lastModifiedBy>lubina</cp:lastModifiedBy>
  <cp:revision>406</cp:revision>
  <dcterms:created xsi:type="dcterms:W3CDTF">2014-01-22T08:43:26Z</dcterms:created>
  <dcterms:modified xsi:type="dcterms:W3CDTF">2018-06-19T07:56:17Z</dcterms:modified>
</cp:coreProperties>
</file>